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57" r:id="rId2"/>
    <p:sldId id="258" r:id="rId3"/>
    <p:sldId id="265" r:id="rId4"/>
    <p:sldId id="266" r:id="rId5"/>
    <p:sldId id="267" r:id="rId6"/>
  </p:sldIdLst>
  <p:sldSz cx="12192000" cy="6858000"/>
  <p:notesSz cx="6858000" cy="9144000"/>
  <p:defaultTextStyle>
    <a:defPPr rtl="0">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529" autoAdjust="0"/>
  </p:normalViewPr>
  <p:slideViewPr>
    <p:cSldViewPr snapToGrid="0">
      <p:cViewPr varScale="1">
        <p:scale>
          <a:sx n="71" d="100"/>
          <a:sy n="71" d="100"/>
        </p:scale>
        <p:origin x="840"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8" d="100"/>
          <a:sy n="88" d="100"/>
        </p:scale>
        <p:origin x="307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dirty="0"/>
          </a:p>
        </p:txBody>
      </p:sp>
      <p:sp>
        <p:nvSpPr>
          <p:cNvPr id="3" name="Θέση ημερομηνίας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265C894-3F80-4823-A369-365F2295EC1C}" type="datetime1">
              <a:rPr lang="el-GR" smtClean="0"/>
              <a:t>24/3/2026</a:t>
            </a:fld>
            <a:endParaRPr lang="el-GR" dirty="0"/>
          </a:p>
        </p:txBody>
      </p:sp>
      <p:sp>
        <p:nvSpPr>
          <p:cNvPr id="4" name="Θέση υποσέλιδου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dirty="0"/>
          </a:p>
        </p:txBody>
      </p:sp>
      <p:sp>
        <p:nvSpPr>
          <p:cNvPr id="5" name="Θέση αριθμού διαφάνειας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4A4F617-7A30-41D4-AB86-5D833C98E18B}" type="slidenum">
              <a:rPr lang="el-GR" smtClean="0"/>
              <a:t>‹#›</a:t>
            </a:fld>
            <a:endParaRPr lang="el-GR" dirty="0"/>
          </a:p>
        </p:txBody>
      </p:sp>
    </p:spTree>
    <p:extLst>
      <p:ext uri="{BB962C8B-B14F-4D97-AF65-F5344CB8AC3E}">
        <p14:creationId xmlns:p14="http://schemas.microsoft.com/office/powerpoint/2010/main" val="99462481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dirty="0"/>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B2C8F77-E1B7-491D-AFFA-3E3DC34C96DC}" type="datetime1">
              <a:rPr lang="el-GR" smtClean="0"/>
              <a:t>24/3/2026</a:t>
            </a:fld>
            <a:endParaRPr lang="el-GR" dirty="0"/>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l-GR" dirty="0"/>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l-GR" dirty="0"/>
              <a:t>Στυλ υποδείγματος κειμένου</a:t>
            </a:r>
          </a:p>
          <a:p>
            <a:pPr lvl="1" rtl="0"/>
            <a:r>
              <a:rPr lang="el-GR" dirty="0"/>
              <a:t>Δεύτερου επιπέδου</a:t>
            </a:r>
          </a:p>
          <a:p>
            <a:pPr lvl="2" rtl="0"/>
            <a:r>
              <a:rPr lang="el-GR" dirty="0"/>
              <a:t>Τρίτου επιπέδου</a:t>
            </a:r>
          </a:p>
          <a:p>
            <a:pPr lvl="3" rtl="0"/>
            <a:r>
              <a:rPr lang="el-GR" dirty="0"/>
              <a:t>Τέταρτου επιπέδου</a:t>
            </a:r>
          </a:p>
          <a:p>
            <a:pPr lvl="4" rtl="0"/>
            <a:r>
              <a:rPr lang="el-GR" dirty="0"/>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dirty="0"/>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B9A179D-2D27-49E2-B022-8EDDA2EFE682}" type="slidenum">
              <a:rPr lang="el-GR" smtClean="0"/>
              <a:t>‹#›</a:t>
            </a:fld>
            <a:endParaRPr lang="el-GR" dirty="0"/>
          </a:p>
        </p:txBody>
      </p:sp>
    </p:spTree>
    <p:extLst>
      <p:ext uri="{BB962C8B-B14F-4D97-AF65-F5344CB8AC3E}">
        <p14:creationId xmlns:p14="http://schemas.microsoft.com/office/powerpoint/2010/main" val="11746034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l-GR"/>
          </a:p>
        </p:txBody>
      </p:sp>
      <p:sp>
        <p:nvSpPr>
          <p:cNvPr id="3" name="Θέση σημειώσεων 2"/>
          <p:cNvSpPr>
            <a:spLocks noGrp="1"/>
          </p:cNvSpPr>
          <p:nvPr>
            <p:ph type="body" idx="1"/>
          </p:nvPr>
        </p:nvSpPr>
        <p:spPr/>
        <p:txBody>
          <a:bodyPr rtlCol="0"/>
          <a:lstStyle/>
          <a:p>
            <a:pPr rtl="0"/>
            <a:r>
              <a:rPr lang="el-GR" sz="1200" i="1" dirty="0">
                <a:latin typeface="Arial" pitchFamily="34" charset="0"/>
                <a:cs typeface="Arial" pitchFamily="34" charset="0"/>
              </a:rPr>
              <a:t>Για να αλλάξετε την εικόνα σε αυτή τη διαφάνεια, επιλέξτε την εικόνα και διαγράψτε τη. Στη συνέχεια, κάντε κλικ στο εικονίδιο "Εικόνες" στο σύμβολο κράτησης θέσης για να εισαγάγετε τη δική σας εικόνα.</a:t>
            </a:r>
          </a:p>
          <a:p>
            <a:pPr rtl="0"/>
            <a:endParaRPr lang="el-GR" dirty="0"/>
          </a:p>
        </p:txBody>
      </p:sp>
      <p:sp>
        <p:nvSpPr>
          <p:cNvPr id="4" name="Θέση αριθμού διαφάνειας 3"/>
          <p:cNvSpPr>
            <a:spLocks noGrp="1"/>
          </p:cNvSpPr>
          <p:nvPr>
            <p:ph type="sldNum" sz="quarter" idx="10"/>
          </p:nvPr>
        </p:nvSpPr>
        <p:spPr/>
        <p:txBody>
          <a:bodyPr rtlCol="0"/>
          <a:lstStyle/>
          <a:p>
            <a:pPr rtl="0"/>
            <a:fld id="{1B9A179D-2D27-49E2-B022-8EDDA2EFE682}" type="slidenum">
              <a:rPr lang="el-GR" smtClean="0"/>
              <a:t>1</a:t>
            </a:fld>
            <a:endParaRPr lang="el-GR" dirty="0"/>
          </a:p>
        </p:txBody>
      </p:sp>
    </p:spTree>
    <p:extLst>
      <p:ext uri="{BB962C8B-B14F-4D97-AF65-F5344CB8AC3E}">
        <p14:creationId xmlns:p14="http://schemas.microsoft.com/office/powerpoint/2010/main" val="1542422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l-GR"/>
          </a:p>
        </p:txBody>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1B9A179D-2D27-49E2-B022-8EDDA2EFE682}" type="slidenum">
              <a:rPr lang="el-GR" smtClean="0"/>
              <a:t>2</a:t>
            </a:fld>
            <a:endParaRPr lang="el-GR" dirty="0"/>
          </a:p>
        </p:txBody>
      </p:sp>
    </p:spTree>
    <p:extLst>
      <p:ext uri="{BB962C8B-B14F-4D97-AF65-F5344CB8AC3E}">
        <p14:creationId xmlns:p14="http://schemas.microsoft.com/office/powerpoint/2010/main" val="4087466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l-GR"/>
          </a:p>
        </p:txBody>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1B9A179D-2D27-49E2-B022-8EDDA2EFE682}" type="slidenum">
              <a:rPr lang="el-GR" smtClean="0"/>
              <a:t>3</a:t>
            </a:fld>
            <a:endParaRPr lang="el-GR" dirty="0"/>
          </a:p>
        </p:txBody>
      </p:sp>
    </p:spTree>
    <p:extLst>
      <p:ext uri="{BB962C8B-B14F-4D97-AF65-F5344CB8AC3E}">
        <p14:creationId xmlns:p14="http://schemas.microsoft.com/office/powerpoint/2010/main" val="347218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B839-C26B-C4F3-ED4D-5039B66AA95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CD01D8C-E11F-2594-09AF-0557047537C2}"/>
              </a:ext>
            </a:extLst>
          </p:cNvPr>
          <p:cNvSpPr>
            <a:spLocks noGrp="1" noRot="1" noChangeAspect="1"/>
          </p:cNvSpPr>
          <p:nvPr>
            <p:ph type="sldImg"/>
          </p:nvPr>
        </p:nvSpPr>
        <p:spPr/>
        <p:txBody>
          <a:bodyPr/>
          <a:lstStyle/>
          <a:p>
            <a:endParaRPr lang="el-GR"/>
          </a:p>
        </p:txBody>
      </p:sp>
      <p:sp>
        <p:nvSpPr>
          <p:cNvPr id="3" name="Θέση σημειώσεων 2">
            <a:extLst>
              <a:ext uri="{FF2B5EF4-FFF2-40B4-BE49-F238E27FC236}">
                <a16:creationId xmlns:a16="http://schemas.microsoft.com/office/drawing/2014/main" id="{69283634-C388-8344-19B9-7BE7D56E53DB}"/>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205D4317-505C-0F9C-7C28-FDB731181EE4}"/>
              </a:ext>
            </a:extLst>
          </p:cNvPr>
          <p:cNvSpPr>
            <a:spLocks noGrp="1"/>
          </p:cNvSpPr>
          <p:nvPr>
            <p:ph type="sldNum" sz="quarter" idx="10"/>
          </p:nvPr>
        </p:nvSpPr>
        <p:spPr/>
        <p:txBody>
          <a:bodyPr/>
          <a:lstStyle/>
          <a:p>
            <a:pPr rtl="0"/>
            <a:fld id="{1B9A179D-2D27-49E2-B022-8EDDA2EFE682}" type="slidenum">
              <a:rPr lang="el-GR" smtClean="0"/>
              <a:t>4</a:t>
            </a:fld>
            <a:endParaRPr lang="el-GR" dirty="0"/>
          </a:p>
        </p:txBody>
      </p:sp>
    </p:spTree>
    <p:extLst>
      <p:ext uri="{BB962C8B-B14F-4D97-AF65-F5344CB8AC3E}">
        <p14:creationId xmlns:p14="http://schemas.microsoft.com/office/powerpoint/2010/main" val="3281113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B820-3EED-793A-FFD8-8590B90B45A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F14CB46-D076-2B45-9EE8-328713AAF693}"/>
              </a:ext>
            </a:extLst>
          </p:cNvPr>
          <p:cNvSpPr>
            <a:spLocks noGrp="1" noRot="1" noChangeAspect="1"/>
          </p:cNvSpPr>
          <p:nvPr>
            <p:ph type="sldImg"/>
          </p:nvPr>
        </p:nvSpPr>
        <p:spPr/>
        <p:txBody>
          <a:bodyPr/>
          <a:lstStyle/>
          <a:p>
            <a:endParaRPr lang="el-GR"/>
          </a:p>
        </p:txBody>
      </p:sp>
      <p:sp>
        <p:nvSpPr>
          <p:cNvPr id="3" name="Θέση σημειώσεων 2">
            <a:extLst>
              <a:ext uri="{FF2B5EF4-FFF2-40B4-BE49-F238E27FC236}">
                <a16:creationId xmlns:a16="http://schemas.microsoft.com/office/drawing/2014/main" id="{7D1B8A73-28E7-C70A-974D-AC0156803042}"/>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6668AF5C-DE6E-6688-18A1-FF58A90C557F}"/>
              </a:ext>
            </a:extLst>
          </p:cNvPr>
          <p:cNvSpPr>
            <a:spLocks noGrp="1"/>
          </p:cNvSpPr>
          <p:nvPr>
            <p:ph type="sldNum" sz="quarter" idx="10"/>
          </p:nvPr>
        </p:nvSpPr>
        <p:spPr/>
        <p:txBody>
          <a:bodyPr/>
          <a:lstStyle/>
          <a:p>
            <a:pPr rtl="0"/>
            <a:fld id="{1B9A179D-2D27-49E2-B022-8EDDA2EFE682}" type="slidenum">
              <a:rPr lang="el-GR" smtClean="0"/>
              <a:t>5</a:t>
            </a:fld>
            <a:endParaRPr lang="el-GR" dirty="0"/>
          </a:p>
        </p:txBody>
      </p:sp>
    </p:spTree>
    <p:extLst>
      <p:ext uri="{BB962C8B-B14F-4D97-AF65-F5344CB8AC3E}">
        <p14:creationId xmlns:p14="http://schemas.microsoft.com/office/powerpoint/2010/main" val="1633956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spTree>
      <p:nvGrpSpPr>
        <p:cNvPr id="1" name=""/>
        <p:cNvGrpSpPr/>
        <p:nvPr/>
      </p:nvGrpSpPr>
      <p:grpSpPr>
        <a:xfrm>
          <a:off x="0" y="0"/>
          <a:ext cx="0" cy="0"/>
          <a:chOff x="0" y="0"/>
          <a:chExt cx="0" cy="0"/>
        </a:xfrm>
      </p:grpSpPr>
      <p:sp>
        <p:nvSpPr>
          <p:cNvPr id="12" name="Ελεύθερη σχεδίαση 11"/>
          <p:cNvSpPr>
            <a:spLocks noChangeArrowheads="1"/>
          </p:cNvSpPr>
          <p:nvPr/>
        </p:nvSpPr>
        <p:spPr bwMode="white">
          <a:xfrm>
            <a:off x="8429022" y="0"/>
            <a:ext cx="3762978" cy="6858000"/>
          </a:xfrm>
          <a:custGeom>
            <a:avLst/>
            <a:gdLst>
              <a:gd name="connsiteX0" fmla="*/ 0 w 3762978"/>
              <a:gd name="connsiteY0" fmla="*/ 0 h 6858000"/>
              <a:gd name="connsiteX1" fmla="*/ 3762978 w 3762978"/>
              <a:gd name="connsiteY1" fmla="*/ 0 h 6858000"/>
              <a:gd name="connsiteX2" fmla="*/ 3762978 w 3762978"/>
              <a:gd name="connsiteY2" fmla="*/ 6858000 h 6858000"/>
              <a:gd name="connsiteX3" fmla="*/ 338667 w 3762978"/>
              <a:gd name="connsiteY3" fmla="*/ 6858000 h 6858000"/>
              <a:gd name="connsiteX4" fmla="*/ 1189567 w 3762978"/>
              <a:gd name="connsiteY4" fmla="*/ 433705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2978" h="6858000">
                <a:moveTo>
                  <a:pt x="0" y="0"/>
                </a:moveTo>
                <a:lnTo>
                  <a:pt x="3762978" y="0"/>
                </a:lnTo>
                <a:lnTo>
                  <a:pt x="3762978" y="6858000"/>
                </a:lnTo>
                <a:lnTo>
                  <a:pt x="338667" y="6858000"/>
                </a:lnTo>
                <a:lnTo>
                  <a:pt x="1189567" y="4337050"/>
                </a:lnTo>
                <a:close/>
              </a:path>
            </a:pathLst>
          </a:custGeom>
          <a:solidFill>
            <a:schemeClr val="tx1"/>
          </a:solidFill>
          <a:ln>
            <a:noFill/>
          </a:ln>
        </p:spPr>
        <p:txBody>
          <a:bodyPr vert="horz" wrap="square" lIns="91440" tIns="45720" rIns="91440" bIns="45720" numCol="1" rtlCol="0" anchor="t" anchorCtr="0" compatLnSpc="1">
            <a:prstTxWarp prst="textNoShape">
              <a:avLst/>
            </a:prstTxWarp>
            <a:noAutofit/>
          </a:bodyPr>
          <a:lstStyle/>
          <a:p>
            <a:pPr rtl="0"/>
            <a:endParaRPr lang="el-GR" sz="1800" dirty="0"/>
          </a:p>
        </p:txBody>
      </p:sp>
      <p:sp>
        <p:nvSpPr>
          <p:cNvPr id="7" name="Ελεύθερη σχεδίαση 6"/>
          <p:cNvSpPr>
            <a:spLocks/>
          </p:cNvSpPr>
          <p:nvPr/>
        </p:nvSpPr>
        <p:spPr bwMode="auto">
          <a:xfrm>
            <a:off x="8145385" y="0"/>
            <a:ext cx="1672169" cy="6858000"/>
          </a:xfrm>
          <a:custGeom>
            <a:avLst/>
            <a:gdLst/>
            <a:ahLst/>
            <a:cxnLst/>
            <a:rect l="l" t="t" r="r" b="b"/>
            <a:pathLst>
              <a:path w="1254127" h="6858000">
                <a:moveTo>
                  <a:pt x="0" y="0"/>
                </a:moveTo>
                <a:lnTo>
                  <a:pt x="365127" y="0"/>
                </a:lnTo>
                <a:lnTo>
                  <a:pt x="1254127" y="4337050"/>
                </a:lnTo>
                <a:lnTo>
                  <a:pt x="619127" y="6858000"/>
                </a:lnTo>
                <a:lnTo>
                  <a:pt x="257175" y="6858000"/>
                </a:lnTo>
                <a:lnTo>
                  <a:pt x="892175" y="4337050"/>
                </a:lnTo>
                <a:close/>
              </a:path>
            </a:pathLst>
          </a:custGeom>
          <a:solidFill>
            <a:schemeClr val="accent2"/>
          </a:solidFill>
          <a:ln>
            <a:noFill/>
          </a:ln>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8" name="Ελεύθερη σχεδίαση 7"/>
          <p:cNvSpPr>
            <a:spLocks/>
          </p:cNvSpPr>
          <p:nvPr/>
        </p:nvSpPr>
        <p:spPr bwMode="auto">
          <a:xfrm>
            <a:off x="7950653" y="0"/>
            <a:ext cx="1528232" cy="6858000"/>
          </a:xfrm>
          <a:custGeom>
            <a:avLst/>
            <a:gdLst/>
            <a:ahLst/>
            <a:cxnLst/>
            <a:rect l="l" t="t" r="r" b="b"/>
            <a:pathLst>
              <a:path w="1146174" h="6858000">
                <a:moveTo>
                  <a:pt x="0" y="0"/>
                </a:moveTo>
                <a:lnTo>
                  <a:pt x="253999" y="0"/>
                </a:lnTo>
                <a:lnTo>
                  <a:pt x="1146174" y="4337050"/>
                </a:lnTo>
                <a:lnTo>
                  <a:pt x="511174" y="6858000"/>
                </a:lnTo>
                <a:lnTo>
                  <a:pt x="254000" y="6858000"/>
                </a:lnTo>
                <a:lnTo>
                  <a:pt x="892175" y="4337050"/>
                </a:lnTo>
                <a:close/>
              </a:path>
            </a:pathLst>
          </a:custGeom>
          <a:solidFill>
            <a:schemeClr val="accent1"/>
          </a:solidFill>
          <a:ln>
            <a:noFill/>
          </a:ln>
          <a:effectLst>
            <a:innerShdw blurRad="177800" dist="50800" dir="10800000">
              <a:prstClr val="black">
                <a:alpha val="50000"/>
              </a:prstClr>
            </a:innerShdw>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2" name="Τίτλος 1"/>
          <p:cNvSpPr>
            <a:spLocks noGrp="1"/>
          </p:cNvSpPr>
          <p:nvPr>
            <p:ph type="ctrTitle"/>
          </p:nvPr>
        </p:nvSpPr>
        <p:spPr>
          <a:xfrm>
            <a:off x="1295400" y="1873584"/>
            <a:ext cx="6400800" cy="2560320"/>
          </a:xfrm>
        </p:spPr>
        <p:txBody>
          <a:bodyPr rtlCol="0" anchor="b">
            <a:normAutofit/>
          </a:bodyPr>
          <a:lstStyle>
            <a:lvl1pPr algn="l">
              <a:defRPr sz="4000">
                <a:solidFill>
                  <a:schemeClr val="tx1"/>
                </a:solidFill>
              </a:defRPr>
            </a:lvl1pPr>
          </a:lstStyle>
          <a:p>
            <a:pPr rtl="0"/>
            <a:r>
              <a:rPr lang="el-GR"/>
              <a:t>Κάντε κλικ για να επεξεργαστείτε τον τίτλο υποδείγματος</a:t>
            </a:r>
            <a:endParaRPr lang="el-GR" dirty="0"/>
          </a:p>
        </p:txBody>
      </p:sp>
      <p:sp>
        <p:nvSpPr>
          <p:cNvPr id="3" name="Υπότιτλος 2"/>
          <p:cNvSpPr>
            <a:spLocks noGrp="1"/>
          </p:cNvSpPr>
          <p:nvPr>
            <p:ph type="subTitle" idx="1"/>
          </p:nvPr>
        </p:nvSpPr>
        <p:spPr>
          <a:xfrm>
            <a:off x="1295400" y="4572000"/>
            <a:ext cx="6400800" cy="1600200"/>
          </a:xfrm>
        </p:spPr>
        <p:txBody>
          <a:bodyPr rtlCol="0"/>
          <a:lstStyle>
            <a:lvl1pPr marL="0" indent="0" algn="l">
              <a:spcBef>
                <a:spcPts val="120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l-GR"/>
              <a:t>Κάντε κλικ για να επεξεργαστείτε τον υπότιτλο του υποδείγματος</a:t>
            </a:r>
            <a:endParaRPr lang="el-GR" dirty="0"/>
          </a:p>
        </p:txBody>
      </p:sp>
    </p:spTree>
    <p:extLst>
      <p:ext uri="{BB962C8B-B14F-4D97-AF65-F5344CB8AC3E}">
        <p14:creationId xmlns:p14="http://schemas.microsoft.com/office/powerpoint/2010/main" val="512585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a:t>Κάντε κλικ για να επεξεργαστείτε τον τίτλο υποδείγματος</a:t>
            </a:r>
            <a:endParaRPr lang="el-GR" dirty="0"/>
          </a:p>
        </p:txBody>
      </p:sp>
      <p:sp>
        <p:nvSpPr>
          <p:cNvPr id="3" name="Θέση περιεχομένου 2"/>
          <p:cNvSpPr>
            <a:spLocks noGrp="1"/>
          </p:cNvSpPr>
          <p:nvPr>
            <p:ph idx="1"/>
          </p:nvPr>
        </p:nvSpPr>
        <p:spPr/>
        <p:txBody>
          <a:bodyPr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5" name="Θέση υποσέλιδου 4"/>
          <p:cNvSpPr>
            <a:spLocks noGrp="1"/>
          </p:cNvSpPr>
          <p:nvPr>
            <p:ph type="ftr" sz="quarter" idx="11"/>
          </p:nvPr>
        </p:nvSpPr>
        <p:spPr/>
        <p:txBody>
          <a:bodyPr rtlCol="0"/>
          <a:lstStyle/>
          <a:p>
            <a:pPr rtl="0"/>
            <a:r>
              <a:rPr lang="el-GR" dirty="0"/>
              <a:t>Προσθήκη υποσέλιδου</a:t>
            </a:r>
          </a:p>
        </p:txBody>
      </p:sp>
      <p:sp>
        <p:nvSpPr>
          <p:cNvPr id="4" name="Θέση ημερομηνίας 3"/>
          <p:cNvSpPr>
            <a:spLocks noGrp="1"/>
          </p:cNvSpPr>
          <p:nvPr>
            <p:ph type="dt" sz="half" idx="10"/>
          </p:nvPr>
        </p:nvSpPr>
        <p:spPr/>
        <p:txBody>
          <a:bodyPr rtlCol="0"/>
          <a:lstStyle/>
          <a:p>
            <a:pPr rtl="0"/>
            <a:fld id="{4B71B48A-B988-4CAE-8284-B5ADBDE47085}" type="datetime1">
              <a:rPr lang="el-GR" smtClean="0"/>
              <a:t>24/3/2026</a:t>
            </a:fld>
            <a:endParaRPr lang="el-GR" dirty="0"/>
          </a:p>
        </p:txBody>
      </p:sp>
      <p:sp>
        <p:nvSpPr>
          <p:cNvPr id="6" name="Θέση αριθμού διαφάνειας 5"/>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259618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Διαφάνεια τίτλου με εικόνα">
    <p:spTree>
      <p:nvGrpSpPr>
        <p:cNvPr id="1" name=""/>
        <p:cNvGrpSpPr/>
        <p:nvPr/>
      </p:nvGrpSpPr>
      <p:grpSpPr>
        <a:xfrm>
          <a:off x="0" y="0"/>
          <a:ext cx="0" cy="0"/>
          <a:chOff x="0" y="0"/>
          <a:chExt cx="0" cy="0"/>
        </a:xfrm>
      </p:grpSpPr>
      <p:sp>
        <p:nvSpPr>
          <p:cNvPr id="10" name="Ορθογώνιο 5"/>
          <p:cNvSpPr>
            <a:spLocks noChangeArrowheads="1"/>
          </p:cNvSpPr>
          <p:nvPr/>
        </p:nvSpPr>
        <p:spPr bwMode="white">
          <a:xfrm>
            <a:off x="6540503" y="0"/>
            <a:ext cx="5651496" cy="6858000"/>
          </a:xfrm>
          <a:custGeom>
            <a:avLst/>
            <a:gdLst/>
            <a:ahLst/>
            <a:cxnLst/>
            <a:rect l="l" t="t" r="r" b="b"/>
            <a:pathLst>
              <a:path w="4238622" h="6858000">
                <a:moveTo>
                  <a:pt x="0" y="0"/>
                </a:moveTo>
                <a:lnTo>
                  <a:pt x="4086222" y="0"/>
                </a:lnTo>
                <a:lnTo>
                  <a:pt x="4237035" y="0"/>
                </a:lnTo>
                <a:lnTo>
                  <a:pt x="4238622" y="0"/>
                </a:lnTo>
                <a:lnTo>
                  <a:pt x="4238622" y="6858000"/>
                </a:lnTo>
                <a:lnTo>
                  <a:pt x="4237035" y="6858000"/>
                </a:lnTo>
                <a:lnTo>
                  <a:pt x="4086222" y="6858000"/>
                </a:lnTo>
                <a:lnTo>
                  <a:pt x="254000" y="6858000"/>
                </a:lnTo>
                <a:lnTo>
                  <a:pt x="892175" y="4337050"/>
                </a:lnTo>
                <a:close/>
              </a:path>
            </a:pathLst>
          </a:custGeom>
          <a:solidFill>
            <a:schemeClr val="tx1"/>
          </a:solidFill>
          <a:ln>
            <a:noFill/>
          </a:ln>
        </p:spPr>
        <p:txBody>
          <a:bodyPr vert="horz" wrap="square" lIns="91440" tIns="45720" rIns="91440" bIns="45720" numCol="1" rtlCol="0" anchor="t" anchorCtr="0" compatLnSpc="1">
            <a:prstTxWarp prst="textNoShape">
              <a:avLst/>
            </a:prstTxWarp>
          </a:bodyPr>
          <a:lstStyle/>
          <a:p>
            <a:pPr rtl="0"/>
            <a:endParaRPr lang="el-GR" sz="1800" dirty="0"/>
          </a:p>
        </p:txBody>
      </p:sp>
      <p:sp>
        <p:nvSpPr>
          <p:cNvPr id="11" name="Ελεύθερη σχεδίαση 6"/>
          <p:cNvSpPr>
            <a:spLocks/>
          </p:cNvSpPr>
          <p:nvPr/>
        </p:nvSpPr>
        <p:spPr bwMode="auto">
          <a:xfrm>
            <a:off x="6256868" y="0"/>
            <a:ext cx="1672169" cy="6858000"/>
          </a:xfrm>
          <a:custGeom>
            <a:avLst/>
            <a:gdLst/>
            <a:ahLst/>
            <a:cxnLst/>
            <a:rect l="l" t="t" r="r" b="b"/>
            <a:pathLst>
              <a:path w="1254127" h="6858000">
                <a:moveTo>
                  <a:pt x="0" y="0"/>
                </a:moveTo>
                <a:lnTo>
                  <a:pt x="365127" y="0"/>
                </a:lnTo>
                <a:lnTo>
                  <a:pt x="1254127" y="4337050"/>
                </a:lnTo>
                <a:lnTo>
                  <a:pt x="619127" y="6858000"/>
                </a:lnTo>
                <a:lnTo>
                  <a:pt x="257175" y="6858000"/>
                </a:lnTo>
                <a:lnTo>
                  <a:pt x="892175" y="4337050"/>
                </a:lnTo>
                <a:close/>
              </a:path>
            </a:pathLst>
          </a:custGeom>
          <a:solidFill>
            <a:schemeClr val="accent2"/>
          </a:solidFill>
          <a:ln>
            <a:noFill/>
          </a:ln>
          <a:effectLst>
            <a:innerShdw blurRad="63500" dist="50800" dir="10800000">
              <a:prstClr val="black">
                <a:alpha val="50000"/>
              </a:prstClr>
            </a:innerShdw>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12" name="Ελεύθερη σχεδίαση 7"/>
          <p:cNvSpPr>
            <a:spLocks/>
          </p:cNvSpPr>
          <p:nvPr/>
        </p:nvSpPr>
        <p:spPr bwMode="auto">
          <a:xfrm>
            <a:off x="6062136" y="0"/>
            <a:ext cx="1528232" cy="6858000"/>
          </a:xfrm>
          <a:custGeom>
            <a:avLst/>
            <a:gdLst/>
            <a:ahLst/>
            <a:cxnLst/>
            <a:rect l="l" t="t" r="r" b="b"/>
            <a:pathLst>
              <a:path w="1146174" h="6858000">
                <a:moveTo>
                  <a:pt x="0" y="0"/>
                </a:moveTo>
                <a:lnTo>
                  <a:pt x="253999" y="0"/>
                </a:lnTo>
                <a:lnTo>
                  <a:pt x="1146174" y="4337050"/>
                </a:lnTo>
                <a:lnTo>
                  <a:pt x="511174" y="6858000"/>
                </a:lnTo>
                <a:lnTo>
                  <a:pt x="254000" y="6858000"/>
                </a:lnTo>
                <a:lnTo>
                  <a:pt x="892175" y="4337050"/>
                </a:lnTo>
                <a:close/>
              </a:path>
            </a:pathLst>
          </a:custGeom>
          <a:solidFill>
            <a:schemeClr val="accent1"/>
          </a:solidFill>
          <a:ln>
            <a:noFill/>
          </a:ln>
          <a:effectLst>
            <a:innerShdw blurRad="177800" dist="50800" dir="10800000">
              <a:prstClr val="black">
                <a:alpha val="50000"/>
              </a:prstClr>
            </a:innerShdw>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2" name="Τίτλος 1"/>
          <p:cNvSpPr>
            <a:spLocks noGrp="1"/>
          </p:cNvSpPr>
          <p:nvPr>
            <p:ph type="ctrTitle"/>
          </p:nvPr>
        </p:nvSpPr>
        <p:spPr>
          <a:xfrm>
            <a:off x="1295401" y="1873584"/>
            <a:ext cx="5120640" cy="2560320"/>
          </a:xfrm>
        </p:spPr>
        <p:txBody>
          <a:bodyPr rtlCol="0" anchor="b">
            <a:normAutofit/>
          </a:bodyPr>
          <a:lstStyle>
            <a:lvl1pPr algn="l">
              <a:defRPr sz="4000">
                <a:solidFill>
                  <a:schemeClr val="tx1"/>
                </a:solidFill>
              </a:defRPr>
            </a:lvl1pPr>
          </a:lstStyle>
          <a:p>
            <a:pPr rtl="0"/>
            <a:r>
              <a:rPr lang="el-GR"/>
              <a:t>Κάντε κλικ για να επεξεργαστείτε τον τίτλο υποδείγματος</a:t>
            </a:r>
            <a:endParaRPr lang="el-GR" dirty="0"/>
          </a:p>
        </p:txBody>
      </p:sp>
      <p:sp>
        <p:nvSpPr>
          <p:cNvPr id="15" name="Θέση εικόνας 14" descr="Κενό πλαίσιο κράτησης θέσης για να προσθέσετε μια εικόνα. Κάντε κλικ στο πλαίσιο κράτησης θέσης και επιλέξτε την εικόνα που θέλετε να προσθέσετε"/>
          <p:cNvSpPr>
            <a:spLocks noGrp="1"/>
          </p:cNvSpPr>
          <p:nvPr>
            <p:ph type="pic" sz="quarter" idx="10"/>
          </p:nvPr>
        </p:nvSpPr>
        <p:spPr>
          <a:xfrm>
            <a:off x="6743703" y="0"/>
            <a:ext cx="5448297" cy="6858000"/>
          </a:xfrm>
          <a:custGeom>
            <a:avLst/>
            <a:gdLst>
              <a:gd name="connsiteX0" fmla="*/ 0 w 5448297"/>
              <a:gd name="connsiteY0" fmla="*/ 0 h 6858000"/>
              <a:gd name="connsiteX1" fmla="*/ 5448297 w 5448297"/>
              <a:gd name="connsiteY1" fmla="*/ 0 h 6858000"/>
              <a:gd name="connsiteX2" fmla="*/ 5448297 w 5448297"/>
              <a:gd name="connsiteY2" fmla="*/ 6858000 h 6858000"/>
              <a:gd name="connsiteX3" fmla="*/ 338667 w 5448297"/>
              <a:gd name="connsiteY3" fmla="*/ 6858000 h 6858000"/>
              <a:gd name="connsiteX4" fmla="*/ 1185333 w 5448297"/>
              <a:gd name="connsiteY4" fmla="*/ 433705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8297" h="6858000">
                <a:moveTo>
                  <a:pt x="0" y="0"/>
                </a:moveTo>
                <a:lnTo>
                  <a:pt x="5448297" y="0"/>
                </a:lnTo>
                <a:lnTo>
                  <a:pt x="5448297" y="6858000"/>
                </a:lnTo>
                <a:lnTo>
                  <a:pt x="338667" y="6858000"/>
                </a:lnTo>
                <a:lnTo>
                  <a:pt x="1185333" y="4337050"/>
                </a:lnTo>
                <a:close/>
              </a:path>
            </a:pathLst>
          </a:custGeom>
          <a:noFill/>
          <a:ln>
            <a:noFill/>
          </a:ln>
        </p:spPr>
        <p:txBody>
          <a:bodyPr wrap="square" tIns="365760" rtlCol="0">
            <a:noAutofit/>
          </a:bodyPr>
          <a:lstStyle>
            <a:lvl1pPr marL="0" indent="0" algn="ctr">
              <a:buNone/>
              <a:defRPr sz="2800">
                <a:solidFill>
                  <a:schemeClr val="bg1"/>
                </a:solidFill>
              </a:defRPr>
            </a:lvl1pPr>
          </a:lstStyle>
          <a:p>
            <a:pPr rtl="0"/>
            <a:r>
              <a:rPr lang="el-GR"/>
              <a:t>Κάντε κλικ στο εικονίδιο για να προσθέσετε εικόνα</a:t>
            </a:r>
            <a:endParaRPr lang="el-GR" dirty="0"/>
          </a:p>
        </p:txBody>
      </p:sp>
      <p:sp>
        <p:nvSpPr>
          <p:cNvPr id="3" name="Υπότιτλος 2"/>
          <p:cNvSpPr>
            <a:spLocks noGrp="1"/>
          </p:cNvSpPr>
          <p:nvPr>
            <p:ph type="subTitle" idx="1"/>
          </p:nvPr>
        </p:nvSpPr>
        <p:spPr>
          <a:xfrm>
            <a:off x="1295401" y="4572000"/>
            <a:ext cx="5120640" cy="1600200"/>
          </a:xfrm>
        </p:spPr>
        <p:txBody>
          <a:bodyPr rtlCol="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l-GR"/>
              <a:t>Κάντε κλικ για να επεξεργαστείτε τον υπότιτλο του υποδείγματος</a:t>
            </a:r>
            <a:endParaRPr lang="el-GR" dirty="0"/>
          </a:p>
        </p:txBody>
      </p:sp>
    </p:spTree>
    <p:extLst>
      <p:ext uri="{BB962C8B-B14F-4D97-AF65-F5344CB8AC3E}">
        <p14:creationId xmlns:p14="http://schemas.microsoft.com/office/powerpoint/2010/main" val="2402813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Κεφαλίδα ενότητας">
    <p:spTree>
      <p:nvGrpSpPr>
        <p:cNvPr id="1" name=""/>
        <p:cNvGrpSpPr/>
        <p:nvPr/>
      </p:nvGrpSpPr>
      <p:grpSpPr>
        <a:xfrm>
          <a:off x="0" y="0"/>
          <a:ext cx="0" cy="0"/>
          <a:chOff x="0" y="0"/>
          <a:chExt cx="0" cy="0"/>
        </a:xfrm>
      </p:grpSpPr>
      <p:sp>
        <p:nvSpPr>
          <p:cNvPr id="7" name="Ορθογώνιο 5"/>
          <p:cNvSpPr>
            <a:spLocks noChangeArrowheads="1"/>
          </p:cNvSpPr>
          <p:nvPr/>
        </p:nvSpPr>
        <p:spPr bwMode="white">
          <a:xfrm>
            <a:off x="9622368" y="0"/>
            <a:ext cx="2569632" cy="6858000"/>
          </a:xfrm>
          <a:custGeom>
            <a:avLst/>
            <a:gdLst/>
            <a:ahLst/>
            <a:cxnLst/>
            <a:rect l="l" t="t" r="r" b="b"/>
            <a:pathLst>
              <a:path w="1927224" h="6858000">
                <a:moveTo>
                  <a:pt x="0" y="0"/>
                </a:moveTo>
                <a:lnTo>
                  <a:pt x="1927224" y="0"/>
                </a:lnTo>
                <a:lnTo>
                  <a:pt x="1927224" y="6858000"/>
                </a:lnTo>
                <a:lnTo>
                  <a:pt x="254000" y="6858000"/>
                </a:lnTo>
                <a:lnTo>
                  <a:pt x="892175" y="4337050"/>
                </a:lnTo>
                <a:close/>
              </a:path>
            </a:pathLst>
          </a:custGeom>
          <a:solidFill>
            <a:schemeClr val="tx1"/>
          </a:solidFill>
          <a:ln>
            <a:noFill/>
          </a:ln>
        </p:spPr>
        <p:txBody>
          <a:bodyPr vert="horz" wrap="square" lIns="91440" tIns="45720" rIns="91440" bIns="45720" numCol="1" rtlCol="0" anchor="t" anchorCtr="0" compatLnSpc="1">
            <a:prstTxWarp prst="textNoShape">
              <a:avLst/>
            </a:prstTxWarp>
          </a:bodyPr>
          <a:lstStyle/>
          <a:p>
            <a:pPr rtl="0"/>
            <a:endParaRPr lang="el-GR" sz="1800" dirty="0"/>
          </a:p>
        </p:txBody>
      </p:sp>
      <p:sp>
        <p:nvSpPr>
          <p:cNvPr id="8" name="Ελεύθερη σχεδίαση 6"/>
          <p:cNvSpPr>
            <a:spLocks/>
          </p:cNvSpPr>
          <p:nvPr/>
        </p:nvSpPr>
        <p:spPr bwMode="auto">
          <a:xfrm>
            <a:off x="9237132" y="0"/>
            <a:ext cx="1672169" cy="6858000"/>
          </a:xfrm>
          <a:custGeom>
            <a:avLst/>
            <a:gdLst/>
            <a:ahLst/>
            <a:cxnLst/>
            <a:rect l="l" t="t" r="r" b="b"/>
            <a:pathLst>
              <a:path w="1254127" h="6858000">
                <a:moveTo>
                  <a:pt x="0" y="0"/>
                </a:moveTo>
                <a:lnTo>
                  <a:pt x="365127" y="0"/>
                </a:lnTo>
                <a:lnTo>
                  <a:pt x="1254127" y="4337050"/>
                </a:lnTo>
                <a:lnTo>
                  <a:pt x="619127" y="6858000"/>
                </a:lnTo>
                <a:lnTo>
                  <a:pt x="257175" y="6858000"/>
                </a:lnTo>
                <a:lnTo>
                  <a:pt x="892175" y="4337050"/>
                </a:lnTo>
                <a:close/>
              </a:path>
            </a:pathLst>
          </a:custGeom>
          <a:solidFill>
            <a:schemeClr val="accent2"/>
          </a:solidFill>
          <a:ln>
            <a:noFill/>
          </a:ln>
          <a:effectLst>
            <a:outerShdw blurRad="101600" dist="50800" algn="l" rotWithShape="0">
              <a:prstClr val="black">
                <a:alpha val="25000"/>
              </a:prstClr>
            </a:outerShdw>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9" name="Ελεύθερη σχεδίαση 7"/>
          <p:cNvSpPr>
            <a:spLocks/>
          </p:cNvSpPr>
          <p:nvPr/>
        </p:nvSpPr>
        <p:spPr bwMode="auto">
          <a:xfrm>
            <a:off x="9173633" y="0"/>
            <a:ext cx="1460499" cy="6858000"/>
          </a:xfrm>
          <a:custGeom>
            <a:avLst/>
            <a:gdLst/>
            <a:ahLst/>
            <a:cxnLst/>
            <a:rect l="l" t="t" r="r" b="b"/>
            <a:pathLst>
              <a:path w="1095374" h="6858000">
                <a:moveTo>
                  <a:pt x="0" y="0"/>
                </a:moveTo>
                <a:lnTo>
                  <a:pt x="203199" y="0"/>
                </a:lnTo>
                <a:lnTo>
                  <a:pt x="1095374" y="4337050"/>
                </a:lnTo>
                <a:lnTo>
                  <a:pt x="460374" y="6858000"/>
                </a:lnTo>
                <a:lnTo>
                  <a:pt x="257175" y="6858000"/>
                </a:lnTo>
                <a:lnTo>
                  <a:pt x="892175" y="4337050"/>
                </a:lnTo>
                <a:close/>
              </a:path>
            </a:pathLst>
          </a:custGeom>
          <a:solidFill>
            <a:schemeClr val="accent1"/>
          </a:solidFill>
          <a:ln>
            <a:noFill/>
          </a:ln>
          <a:effectLst>
            <a:outerShdw blurRad="101600" dist="50800" algn="l" rotWithShape="0">
              <a:prstClr val="black">
                <a:alpha val="25000"/>
              </a:prstClr>
            </a:outerShdw>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10" name="Ελεύθερη σχεδίαση 7"/>
          <p:cNvSpPr>
            <a:spLocks/>
          </p:cNvSpPr>
          <p:nvPr/>
        </p:nvSpPr>
        <p:spPr bwMode="auto">
          <a:xfrm>
            <a:off x="9173633" y="0"/>
            <a:ext cx="1460499" cy="6858000"/>
          </a:xfrm>
          <a:custGeom>
            <a:avLst/>
            <a:gdLst/>
            <a:ahLst/>
            <a:cxnLst/>
            <a:rect l="l" t="t" r="r" b="b"/>
            <a:pathLst>
              <a:path w="1095374" h="6858000">
                <a:moveTo>
                  <a:pt x="0" y="0"/>
                </a:moveTo>
                <a:lnTo>
                  <a:pt x="203199" y="0"/>
                </a:lnTo>
                <a:lnTo>
                  <a:pt x="1095374" y="4337050"/>
                </a:lnTo>
                <a:lnTo>
                  <a:pt x="460374" y="6858000"/>
                </a:lnTo>
                <a:lnTo>
                  <a:pt x="257175" y="6858000"/>
                </a:lnTo>
                <a:lnTo>
                  <a:pt x="892175" y="4337050"/>
                </a:lnTo>
                <a:close/>
              </a:path>
            </a:pathLst>
          </a:custGeom>
          <a:solidFill>
            <a:schemeClr val="accent1"/>
          </a:solidFill>
          <a:ln>
            <a:noFill/>
          </a:ln>
          <a:effectLst>
            <a:innerShdw blurRad="63500" dist="50800" dir="10800000">
              <a:prstClr val="black">
                <a:alpha val="50000"/>
              </a:prstClr>
            </a:innerShdw>
          </a:effectLst>
        </p:spPr>
        <p:txBody>
          <a:bodyPr vert="horz" wrap="square" lIns="91440" tIns="45720" rIns="91440" bIns="45720" numCol="1" rtlCol="0" anchor="t" anchorCtr="0" compatLnSpc="1">
            <a:prstTxWarp prst="textNoShape">
              <a:avLst/>
            </a:prstTxWarp>
          </a:bodyPr>
          <a:lstStyle/>
          <a:p>
            <a:pPr lvl="0" rtl="0"/>
            <a:endParaRPr lang="el-GR" sz="1800" dirty="0"/>
          </a:p>
        </p:txBody>
      </p:sp>
      <p:sp>
        <p:nvSpPr>
          <p:cNvPr id="2" name="Τίτλος 1"/>
          <p:cNvSpPr>
            <a:spLocks noGrp="1"/>
          </p:cNvSpPr>
          <p:nvPr>
            <p:ph type="title"/>
          </p:nvPr>
        </p:nvSpPr>
        <p:spPr>
          <a:xfrm>
            <a:off x="1295398" y="2914650"/>
            <a:ext cx="8046720" cy="1557338"/>
          </a:xfrm>
        </p:spPr>
        <p:txBody>
          <a:bodyPr rtlCol="0" anchor="b">
            <a:normAutofit/>
          </a:bodyPr>
          <a:lstStyle>
            <a:lvl1pPr>
              <a:defRPr sz="3200">
                <a:solidFill>
                  <a:schemeClr val="tx1"/>
                </a:solidFill>
              </a:defRPr>
            </a:lvl1pPr>
          </a:lstStyle>
          <a:p>
            <a:pPr rtl="0"/>
            <a:r>
              <a:rPr lang="el-GR"/>
              <a:t>Κάντε κλικ για να επεξεργαστείτε τον τίτλο υποδείγματος</a:t>
            </a:r>
            <a:endParaRPr lang="el-GR" dirty="0"/>
          </a:p>
        </p:txBody>
      </p:sp>
      <p:sp>
        <p:nvSpPr>
          <p:cNvPr id="3" name="Θέση κειμένου 2"/>
          <p:cNvSpPr>
            <a:spLocks noGrp="1"/>
          </p:cNvSpPr>
          <p:nvPr>
            <p:ph type="body" idx="1"/>
          </p:nvPr>
        </p:nvSpPr>
        <p:spPr>
          <a:xfrm>
            <a:off x="1295398" y="4589463"/>
            <a:ext cx="8046718" cy="1011237"/>
          </a:xfrm>
        </p:spPr>
        <p:txBody>
          <a:bodyPr rtlCol="0"/>
          <a:lstStyle>
            <a:lvl1pPr marL="0" indent="0">
              <a:spcBef>
                <a:spcPts val="120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l-GR"/>
              <a:t>Στυλ κειμένου υποδείγματος</a:t>
            </a:r>
          </a:p>
        </p:txBody>
      </p:sp>
    </p:spTree>
    <p:extLst>
      <p:ext uri="{BB962C8B-B14F-4D97-AF65-F5344CB8AC3E}">
        <p14:creationId xmlns:p14="http://schemas.microsoft.com/office/powerpoint/2010/main" val="151964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a:t>Κάντε κλικ για να επεξεργαστείτε τον τίτλο υποδείγματος</a:t>
            </a:r>
            <a:endParaRPr lang="el-GR" dirty="0"/>
          </a:p>
        </p:txBody>
      </p:sp>
      <p:sp>
        <p:nvSpPr>
          <p:cNvPr id="3" name="Θέση περιεχομένου 2"/>
          <p:cNvSpPr>
            <a:spLocks noGrp="1"/>
          </p:cNvSpPr>
          <p:nvPr>
            <p:ph sz="half" idx="1"/>
          </p:nvPr>
        </p:nvSpPr>
        <p:spPr>
          <a:xfrm>
            <a:off x="1295400" y="1828800"/>
            <a:ext cx="4572000" cy="4343400"/>
          </a:xfrm>
        </p:spPr>
        <p:txBody>
          <a:bodyPr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4" name="Σύμβολο κράτησης θέσης περιεχομένου 3"/>
          <p:cNvSpPr>
            <a:spLocks noGrp="1"/>
          </p:cNvSpPr>
          <p:nvPr>
            <p:ph sz="half" idx="2"/>
          </p:nvPr>
        </p:nvSpPr>
        <p:spPr>
          <a:xfrm>
            <a:off x="6324600" y="1828799"/>
            <a:ext cx="4572000" cy="4343401"/>
          </a:xfrm>
        </p:spPr>
        <p:txBody>
          <a:bodyPr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6" name="Θέση υποσέλιδου 5"/>
          <p:cNvSpPr>
            <a:spLocks noGrp="1"/>
          </p:cNvSpPr>
          <p:nvPr>
            <p:ph type="ftr" sz="quarter" idx="11"/>
          </p:nvPr>
        </p:nvSpPr>
        <p:spPr/>
        <p:txBody>
          <a:bodyPr rtlCol="0"/>
          <a:lstStyle/>
          <a:p>
            <a:pPr rtl="0"/>
            <a:r>
              <a:rPr lang="el-GR" dirty="0"/>
              <a:t>Προσθήκη υποσέλιδου</a:t>
            </a:r>
          </a:p>
        </p:txBody>
      </p:sp>
      <p:sp>
        <p:nvSpPr>
          <p:cNvPr id="5" name="Θέση ημερομηνίας 4"/>
          <p:cNvSpPr>
            <a:spLocks noGrp="1"/>
          </p:cNvSpPr>
          <p:nvPr>
            <p:ph type="dt" sz="half" idx="10"/>
          </p:nvPr>
        </p:nvSpPr>
        <p:spPr/>
        <p:txBody>
          <a:bodyPr rtlCol="0"/>
          <a:lstStyle/>
          <a:p>
            <a:pPr rtl="0"/>
            <a:fld id="{3E447628-9AE9-4A22-A945-323905C39CC7}" type="datetime1">
              <a:rPr lang="el-GR" smtClean="0"/>
              <a:t>24/3/2026</a:t>
            </a:fld>
            <a:endParaRPr lang="el-GR" dirty="0"/>
          </a:p>
        </p:txBody>
      </p:sp>
      <p:sp>
        <p:nvSpPr>
          <p:cNvPr id="7" name="Θέση αριθμού διαφάνειας 6"/>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244820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1295400" y="255134"/>
            <a:ext cx="9601200" cy="1036850"/>
          </a:xfrm>
        </p:spPr>
        <p:txBody>
          <a:bodyPr rtlCol="0"/>
          <a:lstStyle/>
          <a:p>
            <a:pPr rtl="0"/>
            <a:r>
              <a:rPr lang="el-GR"/>
              <a:t>Κάντε κλικ για να επεξεργαστείτε τον τίτλο υποδείγματος</a:t>
            </a:r>
            <a:endParaRPr lang="el-GR" dirty="0"/>
          </a:p>
        </p:txBody>
      </p:sp>
      <p:sp>
        <p:nvSpPr>
          <p:cNvPr id="3" name="Θέση κειμένου 2"/>
          <p:cNvSpPr>
            <a:spLocks noGrp="1"/>
          </p:cNvSpPr>
          <p:nvPr>
            <p:ph type="body" idx="1"/>
          </p:nvPr>
        </p:nvSpPr>
        <p:spPr>
          <a:xfrm>
            <a:off x="1295400" y="1828800"/>
            <a:ext cx="4572000" cy="850392"/>
          </a:xfrm>
        </p:spPr>
        <p:txBody>
          <a:bodyPr rtlCol="0" anchor="ctr">
            <a:normAutofit/>
          </a:bodyPr>
          <a:lstStyle>
            <a:lvl1pPr marL="0" indent="0">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l-GR"/>
              <a:t>Στυλ κειμένου υποδείγματος</a:t>
            </a:r>
          </a:p>
        </p:txBody>
      </p:sp>
      <p:sp>
        <p:nvSpPr>
          <p:cNvPr id="4" name="Θέση περιεχομένου 3"/>
          <p:cNvSpPr>
            <a:spLocks noGrp="1"/>
          </p:cNvSpPr>
          <p:nvPr>
            <p:ph sz="half" idx="2"/>
          </p:nvPr>
        </p:nvSpPr>
        <p:spPr>
          <a:xfrm>
            <a:off x="1295400" y="2705100"/>
            <a:ext cx="4572000" cy="3467100"/>
          </a:xfrm>
        </p:spPr>
        <p:txBody>
          <a:bodyPr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5" name="Θέση κειμένου 4"/>
          <p:cNvSpPr>
            <a:spLocks noGrp="1"/>
          </p:cNvSpPr>
          <p:nvPr>
            <p:ph type="body" sz="quarter" idx="3"/>
          </p:nvPr>
        </p:nvSpPr>
        <p:spPr>
          <a:xfrm>
            <a:off x="6324600" y="1828800"/>
            <a:ext cx="4572000" cy="847725"/>
          </a:xfrm>
        </p:spPr>
        <p:txBody>
          <a:bodyPr rtlCol="0" anchor="ctr">
            <a:normAutofit/>
          </a:bodyPr>
          <a:lstStyle>
            <a:lvl1pPr marL="0" indent="0">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l-GR"/>
              <a:t>Στυλ κειμένου υποδείγματος</a:t>
            </a:r>
          </a:p>
        </p:txBody>
      </p:sp>
      <p:sp>
        <p:nvSpPr>
          <p:cNvPr id="6" name="Θέση περιεχομένου 5"/>
          <p:cNvSpPr>
            <a:spLocks noGrp="1"/>
          </p:cNvSpPr>
          <p:nvPr>
            <p:ph sz="quarter" idx="4"/>
          </p:nvPr>
        </p:nvSpPr>
        <p:spPr>
          <a:xfrm>
            <a:off x="6324600" y="2705100"/>
            <a:ext cx="4572000" cy="3467100"/>
          </a:xfrm>
        </p:spPr>
        <p:txBody>
          <a:bodyPr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8" name="Θέση υποσέλιδου 7"/>
          <p:cNvSpPr>
            <a:spLocks noGrp="1"/>
          </p:cNvSpPr>
          <p:nvPr>
            <p:ph type="ftr" sz="quarter" idx="11"/>
          </p:nvPr>
        </p:nvSpPr>
        <p:spPr/>
        <p:txBody>
          <a:bodyPr rtlCol="0"/>
          <a:lstStyle/>
          <a:p>
            <a:pPr rtl="0"/>
            <a:r>
              <a:rPr lang="el-GR" dirty="0"/>
              <a:t>Προσθήκη υποσέλιδου</a:t>
            </a:r>
          </a:p>
        </p:txBody>
      </p:sp>
      <p:sp>
        <p:nvSpPr>
          <p:cNvPr id="7" name="Θέση ημερομηνίας 6"/>
          <p:cNvSpPr>
            <a:spLocks noGrp="1"/>
          </p:cNvSpPr>
          <p:nvPr>
            <p:ph type="dt" sz="half" idx="10"/>
          </p:nvPr>
        </p:nvSpPr>
        <p:spPr/>
        <p:txBody>
          <a:bodyPr rtlCol="0"/>
          <a:lstStyle/>
          <a:p>
            <a:pPr rtl="0"/>
            <a:fld id="{2F85D554-8721-4502-9586-0F07B65EDF04}" type="datetime1">
              <a:rPr lang="el-GR" smtClean="0"/>
              <a:t>24/3/2026</a:t>
            </a:fld>
            <a:endParaRPr lang="el-GR" dirty="0"/>
          </a:p>
        </p:txBody>
      </p:sp>
      <p:sp>
        <p:nvSpPr>
          <p:cNvPr id="9" name="Θέση αριθμού διαφάνειας 8"/>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260236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a:t>Κάντε κλικ για να επεξεργαστείτε τον τίτλο υποδείγματος</a:t>
            </a:r>
            <a:endParaRPr lang="el-GR" dirty="0"/>
          </a:p>
        </p:txBody>
      </p:sp>
      <p:sp>
        <p:nvSpPr>
          <p:cNvPr id="4" name="Θέση υποσέλιδου 3"/>
          <p:cNvSpPr>
            <a:spLocks noGrp="1"/>
          </p:cNvSpPr>
          <p:nvPr>
            <p:ph type="ftr" sz="quarter" idx="11"/>
          </p:nvPr>
        </p:nvSpPr>
        <p:spPr/>
        <p:txBody>
          <a:bodyPr rtlCol="0"/>
          <a:lstStyle/>
          <a:p>
            <a:pPr rtl="0"/>
            <a:r>
              <a:rPr lang="el-GR" dirty="0"/>
              <a:t>Προσθήκη υποσέλιδου</a:t>
            </a:r>
          </a:p>
        </p:txBody>
      </p:sp>
      <p:sp>
        <p:nvSpPr>
          <p:cNvPr id="3" name="Θέση ημερομηνίας 2"/>
          <p:cNvSpPr>
            <a:spLocks noGrp="1"/>
          </p:cNvSpPr>
          <p:nvPr>
            <p:ph type="dt" sz="half" idx="10"/>
          </p:nvPr>
        </p:nvSpPr>
        <p:spPr/>
        <p:txBody>
          <a:bodyPr rtlCol="0"/>
          <a:lstStyle/>
          <a:p>
            <a:pPr rtl="0"/>
            <a:fld id="{A0657E87-C44D-4721-8549-4862F66681D1}" type="datetime1">
              <a:rPr lang="el-GR" smtClean="0"/>
              <a:t>24/3/2026</a:t>
            </a:fld>
            <a:endParaRPr lang="el-GR" dirty="0"/>
          </a:p>
        </p:txBody>
      </p:sp>
      <p:sp>
        <p:nvSpPr>
          <p:cNvPr id="5" name="Θέση αριθμού διαφάνειας 4"/>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339733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Κενό">
    <p:spTree>
      <p:nvGrpSpPr>
        <p:cNvPr id="1" name=""/>
        <p:cNvGrpSpPr/>
        <p:nvPr/>
      </p:nvGrpSpPr>
      <p:grpSpPr>
        <a:xfrm>
          <a:off x="0" y="0"/>
          <a:ext cx="0" cy="0"/>
          <a:chOff x="0" y="0"/>
          <a:chExt cx="0" cy="0"/>
        </a:xfrm>
      </p:grpSpPr>
      <p:sp>
        <p:nvSpPr>
          <p:cNvPr id="3" name="Θέση υποσέλιδου 2"/>
          <p:cNvSpPr>
            <a:spLocks noGrp="1"/>
          </p:cNvSpPr>
          <p:nvPr>
            <p:ph type="ftr" sz="quarter" idx="11"/>
          </p:nvPr>
        </p:nvSpPr>
        <p:spPr/>
        <p:txBody>
          <a:bodyPr rtlCol="0"/>
          <a:lstStyle/>
          <a:p>
            <a:pPr rtl="0"/>
            <a:r>
              <a:rPr lang="el-GR" dirty="0"/>
              <a:t>Προσθήκη υποσέλιδου</a:t>
            </a:r>
          </a:p>
        </p:txBody>
      </p:sp>
      <p:sp>
        <p:nvSpPr>
          <p:cNvPr id="2" name="Θέση ημερομηνίας 1"/>
          <p:cNvSpPr>
            <a:spLocks noGrp="1"/>
          </p:cNvSpPr>
          <p:nvPr>
            <p:ph type="dt" sz="half" idx="10"/>
          </p:nvPr>
        </p:nvSpPr>
        <p:spPr/>
        <p:txBody>
          <a:bodyPr rtlCol="0"/>
          <a:lstStyle/>
          <a:p>
            <a:pPr rtl="0"/>
            <a:fld id="{4CD92C22-0B64-4DCB-A3AB-CC014A890529}" type="datetime1">
              <a:rPr lang="el-GR" smtClean="0"/>
              <a:t>24/3/2026</a:t>
            </a:fld>
            <a:endParaRPr lang="el-GR" dirty="0"/>
          </a:p>
        </p:txBody>
      </p:sp>
      <p:sp>
        <p:nvSpPr>
          <p:cNvPr id="4" name="Θέση αριθμού διαφάνειας 3"/>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298363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nchor="b"/>
          <a:lstStyle>
            <a:lvl1pPr>
              <a:defRPr sz="3200"/>
            </a:lvl1pPr>
          </a:lstStyle>
          <a:p>
            <a:pPr rtl="0"/>
            <a:r>
              <a:rPr lang="el-GR"/>
              <a:t>Κάντε κλικ για να επεξεργαστείτε τον τίτλο υποδείγματος</a:t>
            </a:r>
            <a:endParaRPr lang="el-GR" dirty="0"/>
          </a:p>
        </p:txBody>
      </p:sp>
      <p:sp>
        <p:nvSpPr>
          <p:cNvPr id="3" name="Θέση περιεχομένου 2"/>
          <p:cNvSpPr>
            <a:spLocks noGrp="1"/>
          </p:cNvSpPr>
          <p:nvPr>
            <p:ph idx="1"/>
          </p:nvPr>
        </p:nvSpPr>
        <p:spPr>
          <a:xfrm>
            <a:off x="4728209" y="1828800"/>
            <a:ext cx="6126480" cy="4343400"/>
          </a:xfrm>
        </p:spPr>
        <p:txBody>
          <a:bodyPr rtlCol="0">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4" name="Θέση κειμένου 3"/>
          <p:cNvSpPr>
            <a:spLocks noGrp="1"/>
          </p:cNvSpPr>
          <p:nvPr>
            <p:ph type="body" sz="half" idx="2"/>
          </p:nvPr>
        </p:nvSpPr>
        <p:spPr>
          <a:xfrm>
            <a:off x="1295400" y="1828800"/>
            <a:ext cx="3017520" cy="4343400"/>
          </a:xfrm>
        </p:spPr>
        <p:txBody>
          <a:bodyPr rtlCol="0" anchor="ctr">
            <a:normAutofit/>
          </a:bodyPr>
          <a:lstStyle>
            <a:lvl1pPr marL="0" indent="0">
              <a:spcBef>
                <a:spcPts val="1200"/>
              </a:spcBef>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l-GR"/>
              <a:t>Στυλ κειμένου υποδείγματος</a:t>
            </a:r>
          </a:p>
        </p:txBody>
      </p:sp>
      <p:sp>
        <p:nvSpPr>
          <p:cNvPr id="6" name="Θέση υποσέλιδου 5"/>
          <p:cNvSpPr>
            <a:spLocks noGrp="1"/>
          </p:cNvSpPr>
          <p:nvPr>
            <p:ph type="ftr" sz="quarter" idx="11"/>
          </p:nvPr>
        </p:nvSpPr>
        <p:spPr/>
        <p:txBody>
          <a:bodyPr rtlCol="0"/>
          <a:lstStyle/>
          <a:p>
            <a:pPr rtl="0"/>
            <a:r>
              <a:rPr lang="el-GR" dirty="0"/>
              <a:t>Προσθήκη υποσέλιδου</a:t>
            </a:r>
          </a:p>
        </p:txBody>
      </p:sp>
      <p:sp>
        <p:nvSpPr>
          <p:cNvPr id="5" name="Θέση ημερομηνίας 4"/>
          <p:cNvSpPr>
            <a:spLocks noGrp="1"/>
          </p:cNvSpPr>
          <p:nvPr>
            <p:ph type="dt" sz="half" idx="10"/>
          </p:nvPr>
        </p:nvSpPr>
        <p:spPr/>
        <p:txBody>
          <a:bodyPr rtlCol="0"/>
          <a:lstStyle/>
          <a:p>
            <a:pPr rtl="0"/>
            <a:fld id="{36E7813A-6093-4669-90D8-C2C810F2F792}" type="datetime1">
              <a:rPr lang="el-GR" smtClean="0"/>
              <a:t>24/3/2026</a:t>
            </a:fld>
            <a:endParaRPr lang="el-GR" dirty="0"/>
          </a:p>
        </p:txBody>
      </p:sp>
      <p:sp>
        <p:nvSpPr>
          <p:cNvPr id="7" name="Θέση αριθμού διαφάνειας 6"/>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25476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1295400" y="255134"/>
            <a:ext cx="9601200" cy="1036850"/>
          </a:xfrm>
        </p:spPr>
        <p:txBody>
          <a:bodyPr rtlCol="0" anchor="b"/>
          <a:lstStyle>
            <a:lvl1pPr>
              <a:defRPr sz="3200"/>
            </a:lvl1pPr>
          </a:lstStyle>
          <a:p>
            <a:pPr rtl="0"/>
            <a:r>
              <a:rPr lang="el-GR"/>
              <a:t>Κάντε κλικ για να επεξεργαστείτε τον τίτλο υποδείγματος</a:t>
            </a:r>
            <a:endParaRPr lang="el-GR" dirty="0"/>
          </a:p>
        </p:txBody>
      </p:sp>
      <p:sp>
        <p:nvSpPr>
          <p:cNvPr id="3" name="Σύμβολο κράτησης θέσης εικόνας 2" descr="Ένα κενό πλαίσιο κράτησης θέσης για να προσθέσετε μια εικόνα. Κάντε κλικ στο πλαίσιο κράτησης θέσης και επιλέξτε την εικόνα που θέλετε να προσθέσετε"/>
          <p:cNvSpPr>
            <a:spLocks noGrp="1"/>
          </p:cNvSpPr>
          <p:nvPr>
            <p:ph type="pic" idx="1"/>
          </p:nvPr>
        </p:nvSpPr>
        <p:spPr>
          <a:xfrm>
            <a:off x="4724400" y="1828801"/>
            <a:ext cx="6172200" cy="4343400"/>
          </a:xfrm>
        </p:spPr>
        <p:txBody>
          <a:bodyPr tIns="274320"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l-GR"/>
              <a:t>Κάντε κλικ στο εικονίδιο για να προσθέσετε εικόνα</a:t>
            </a:r>
            <a:endParaRPr lang="el-GR" dirty="0"/>
          </a:p>
        </p:txBody>
      </p:sp>
      <p:sp>
        <p:nvSpPr>
          <p:cNvPr id="4" name="Θέση κειμένου 3"/>
          <p:cNvSpPr>
            <a:spLocks noGrp="1"/>
          </p:cNvSpPr>
          <p:nvPr>
            <p:ph type="body" sz="half" idx="2"/>
          </p:nvPr>
        </p:nvSpPr>
        <p:spPr>
          <a:xfrm>
            <a:off x="1295400" y="1828800"/>
            <a:ext cx="3017520" cy="4343400"/>
          </a:xfrm>
        </p:spPr>
        <p:txBody>
          <a:bodyPr rtlCol="0" anchor="ctr">
            <a:normAutofit/>
          </a:bodyPr>
          <a:lstStyle>
            <a:lvl1pPr marL="0" indent="0">
              <a:spcBef>
                <a:spcPts val="1200"/>
              </a:spcBef>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l-GR"/>
              <a:t>Στυλ κειμένου υποδείγματος</a:t>
            </a:r>
          </a:p>
        </p:txBody>
      </p:sp>
      <p:sp>
        <p:nvSpPr>
          <p:cNvPr id="6" name="Θέση υποσέλιδου 5"/>
          <p:cNvSpPr>
            <a:spLocks noGrp="1"/>
          </p:cNvSpPr>
          <p:nvPr>
            <p:ph type="ftr" sz="quarter" idx="11"/>
          </p:nvPr>
        </p:nvSpPr>
        <p:spPr/>
        <p:txBody>
          <a:bodyPr rtlCol="0"/>
          <a:lstStyle/>
          <a:p>
            <a:pPr rtl="0"/>
            <a:r>
              <a:rPr lang="el-GR" dirty="0"/>
              <a:t>Προσθήκη υποσέλιδου</a:t>
            </a:r>
          </a:p>
        </p:txBody>
      </p:sp>
      <p:sp>
        <p:nvSpPr>
          <p:cNvPr id="5" name="Θέση ημερομηνίας 4"/>
          <p:cNvSpPr>
            <a:spLocks noGrp="1"/>
          </p:cNvSpPr>
          <p:nvPr>
            <p:ph type="dt" sz="half" idx="10"/>
          </p:nvPr>
        </p:nvSpPr>
        <p:spPr/>
        <p:txBody>
          <a:bodyPr rtlCol="0"/>
          <a:lstStyle/>
          <a:p>
            <a:pPr rtl="0"/>
            <a:fld id="{E8E30034-B71F-4474-A12D-BE8C4B338373}" type="datetime1">
              <a:rPr lang="el-GR" smtClean="0"/>
              <a:t>24/3/2026</a:t>
            </a:fld>
            <a:endParaRPr lang="el-GR" dirty="0"/>
          </a:p>
        </p:txBody>
      </p:sp>
      <p:sp>
        <p:nvSpPr>
          <p:cNvPr id="7" name="Θέση αριθμού διαφάνειας 6"/>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10675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Δύο εικόνες με λεζάντες">
    <p:spTree>
      <p:nvGrpSpPr>
        <p:cNvPr id="1" name=""/>
        <p:cNvGrpSpPr/>
        <p:nvPr/>
      </p:nvGrpSpPr>
      <p:grpSpPr>
        <a:xfrm>
          <a:off x="0" y="0"/>
          <a:ext cx="0" cy="0"/>
          <a:chOff x="0" y="0"/>
          <a:chExt cx="0" cy="0"/>
        </a:xfrm>
      </p:grpSpPr>
      <p:sp>
        <p:nvSpPr>
          <p:cNvPr id="9" name="Ορθογώνιο 8"/>
          <p:cNvSpPr/>
          <p:nvPr/>
        </p:nvSpPr>
        <p:spPr bwMode="invGray">
          <a:xfrm>
            <a:off x="1295400" y="5257800"/>
            <a:ext cx="457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10" name="Ορθογώνιο 9"/>
          <p:cNvSpPr/>
          <p:nvPr/>
        </p:nvSpPr>
        <p:spPr bwMode="invGray">
          <a:xfrm>
            <a:off x="6324599" y="5257800"/>
            <a:ext cx="457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11" name="Ορθογώνιο 10"/>
          <p:cNvSpPr/>
          <p:nvPr/>
        </p:nvSpPr>
        <p:spPr>
          <a:xfrm>
            <a:off x="1295400" y="5257800"/>
            <a:ext cx="4572000" cy="54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sz="1800" dirty="0"/>
          </a:p>
        </p:txBody>
      </p:sp>
      <p:sp>
        <p:nvSpPr>
          <p:cNvPr id="12" name="Ορθογώνιο 11"/>
          <p:cNvSpPr/>
          <p:nvPr/>
        </p:nvSpPr>
        <p:spPr>
          <a:xfrm>
            <a:off x="6324599" y="5257800"/>
            <a:ext cx="4572000" cy="54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sz="1800" dirty="0"/>
          </a:p>
        </p:txBody>
      </p:sp>
      <p:sp>
        <p:nvSpPr>
          <p:cNvPr id="2" name="Τίτλος 1"/>
          <p:cNvSpPr>
            <a:spLocks noGrp="1"/>
          </p:cNvSpPr>
          <p:nvPr>
            <p:ph type="title"/>
          </p:nvPr>
        </p:nvSpPr>
        <p:spPr>
          <a:xfrm>
            <a:off x="1295400" y="255134"/>
            <a:ext cx="9601200" cy="1036850"/>
          </a:xfrm>
        </p:spPr>
        <p:txBody>
          <a:bodyPr rtlCol="0" anchor="b"/>
          <a:lstStyle>
            <a:lvl1pPr>
              <a:defRPr sz="3200"/>
            </a:lvl1pPr>
          </a:lstStyle>
          <a:p>
            <a:pPr rtl="0"/>
            <a:r>
              <a:rPr lang="el-GR"/>
              <a:t>Κάντε κλικ για να επεξεργαστείτε τον τίτλο υποδείγματος</a:t>
            </a:r>
            <a:endParaRPr lang="el-GR" dirty="0"/>
          </a:p>
        </p:txBody>
      </p:sp>
      <p:sp>
        <p:nvSpPr>
          <p:cNvPr id="3" name="Θέση εικόνας 2" descr="Ένα κενό πλαίσιο κράτησης θέσης για να προσθέσετε μια εικόνα. Κάντε κλικ στο πλαίσιο κράτησης θέσης και επιλέξτε την εικόνα που θέλετε να προσθέσετε"/>
          <p:cNvSpPr>
            <a:spLocks noGrp="1"/>
          </p:cNvSpPr>
          <p:nvPr>
            <p:ph type="pic" idx="1"/>
          </p:nvPr>
        </p:nvSpPr>
        <p:spPr>
          <a:xfrm>
            <a:off x="1298448" y="1828801"/>
            <a:ext cx="4572000" cy="3428999"/>
          </a:xfrm>
        </p:spPr>
        <p:txBody>
          <a:bodyPr tIns="274320"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l-GR"/>
              <a:t>Κάντε κλικ στο εικονίδιο για να προσθέσετε εικόνα</a:t>
            </a:r>
            <a:endParaRPr lang="el-GR" dirty="0"/>
          </a:p>
        </p:txBody>
      </p:sp>
      <p:sp>
        <p:nvSpPr>
          <p:cNvPr id="4" name="Θέση κειμένου 3"/>
          <p:cNvSpPr>
            <a:spLocks noGrp="1"/>
          </p:cNvSpPr>
          <p:nvPr>
            <p:ph type="body" sz="half" idx="2"/>
          </p:nvPr>
        </p:nvSpPr>
        <p:spPr bwMode="invGray">
          <a:xfrm>
            <a:off x="1371273" y="5333098"/>
            <a:ext cx="4420252" cy="839102"/>
          </a:xfrm>
        </p:spPr>
        <p:txBody>
          <a:bodyPr rtlCol="0" anchor="t">
            <a:normAutofit/>
          </a:bodyPr>
          <a:lstStyle>
            <a:lvl1pPr marL="0" indent="0">
              <a:spcBef>
                <a:spcPts val="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l-GR"/>
              <a:t>Στυλ κειμένου υποδείγματος</a:t>
            </a:r>
          </a:p>
        </p:txBody>
      </p:sp>
      <p:sp>
        <p:nvSpPr>
          <p:cNvPr id="8" name="Θέση εικόνας 2" descr="Ένα κενό πλαίσιο κράτησης θέσης για να προσθέσετε μια εικόνα. Κάντε κλικ στο πλαίσιο κράτησης θέσης και επιλέξτε την εικόνα που θέλετε να προσθέσετε"/>
          <p:cNvSpPr>
            <a:spLocks noGrp="1"/>
          </p:cNvSpPr>
          <p:nvPr>
            <p:ph type="pic" idx="13"/>
          </p:nvPr>
        </p:nvSpPr>
        <p:spPr>
          <a:xfrm>
            <a:off x="6324600" y="1828801"/>
            <a:ext cx="4572000" cy="3428999"/>
          </a:xfrm>
        </p:spPr>
        <p:txBody>
          <a:bodyPr tIns="274320"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l-GR"/>
              <a:t>Κάντε κλικ στο εικονίδιο για να προσθέσετε εικόνα</a:t>
            </a:r>
            <a:endParaRPr lang="el-GR" dirty="0"/>
          </a:p>
        </p:txBody>
      </p:sp>
      <p:sp>
        <p:nvSpPr>
          <p:cNvPr id="13" name="Θέση κειμένου 3"/>
          <p:cNvSpPr>
            <a:spLocks noGrp="1"/>
          </p:cNvSpPr>
          <p:nvPr>
            <p:ph type="body" sz="half" idx="14"/>
          </p:nvPr>
        </p:nvSpPr>
        <p:spPr bwMode="invGray">
          <a:xfrm>
            <a:off x="6412954" y="5333098"/>
            <a:ext cx="4420252" cy="839102"/>
          </a:xfrm>
        </p:spPr>
        <p:txBody>
          <a:bodyPr rtlCol="0" anchor="t">
            <a:normAutofit/>
          </a:bodyPr>
          <a:lstStyle>
            <a:lvl1pPr marL="0" indent="0">
              <a:spcBef>
                <a:spcPts val="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l-GR"/>
              <a:t>Στυλ κειμένου υποδείγματος</a:t>
            </a:r>
          </a:p>
        </p:txBody>
      </p:sp>
      <p:sp>
        <p:nvSpPr>
          <p:cNvPr id="6" name="Θέση υποσέλιδου 5"/>
          <p:cNvSpPr>
            <a:spLocks noGrp="1"/>
          </p:cNvSpPr>
          <p:nvPr>
            <p:ph type="ftr" sz="quarter" idx="11"/>
          </p:nvPr>
        </p:nvSpPr>
        <p:spPr/>
        <p:txBody>
          <a:bodyPr rtlCol="0"/>
          <a:lstStyle/>
          <a:p>
            <a:pPr rtl="0"/>
            <a:r>
              <a:rPr lang="el-GR" dirty="0"/>
              <a:t>Προσθήκη υποσέλιδου</a:t>
            </a:r>
          </a:p>
        </p:txBody>
      </p:sp>
      <p:sp>
        <p:nvSpPr>
          <p:cNvPr id="5" name="Θέση ημερομηνίας 4"/>
          <p:cNvSpPr>
            <a:spLocks noGrp="1"/>
          </p:cNvSpPr>
          <p:nvPr>
            <p:ph type="dt" sz="half" idx="10"/>
          </p:nvPr>
        </p:nvSpPr>
        <p:spPr/>
        <p:txBody>
          <a:bodyPr rtlCol="0"/>
          <a:lstStyle/>
          <a:p>
            <a:pPr rtl="0"/>
            <a:fld id="{F065B2EE-CFC1-4C28-9F2E-2CE19005A1EB}" type="datetime1">
              <a:rPr lang="el-GR" smtClean="0"/>
              <a:t>24/3/2026</a:t>
            </a:fld>
            <a:endParaRPr lang="el-GR" dirty="0"/>
          </a:p>
        </p:txBody>
      </p:sp>
      <p:sp>
        <p:nvSpPr>
          <p:cNvPr id="7" name="Θέση αριθμού διαφάνειας 6"/>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394401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rtl="0"/>
            <a:r>
              <a:rPr lang="el-GR"/>
              <a:t>Κάντε κλικ για να επεξεργαστείτε τον τίτλο υποδείγματος</a:t>
            </a:r>
            <a:endParaRPr lang="el-GR" dirty="0"/>
          </a:p>
        </p:txBody>
      </p:sp>
      <p:sp>
        <p:nvSpPr>
          <p:cNvPr id="3" name="Σύμβολο κράτησης θέσης κατακόρυφου κειμένου 2"/>
          <p:cNvSpPr>
            <a:spLocks noGrp="1"/>
          </p:cNvSpPr>
          <p:nvPr>
            <p:ph type="body" orient="vert" idx="1"/>
          </p:nvPr>
        </p:nvSpPr>
        <p:spPr/>
        <p:txBody>
          <a:bodyPr vert="eaVert"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5" name="Θέση υποσέλιδου 4"/>
          <p:cNvSpPr>
            <a:spLocks noGrp="1"/>
          </p:cNvSpPr>
          <p:nvPr>
            <p:ph type="ftr" sz="quarter" idx="11"/>
          </p:nvPr>
        </p:nvSpPr>
        <p:spPr/>
        <p:txBody>
          <a:bodyPr rtlCol="0"/>
          <a:lstStyle/>
          <a:p>
            <a:pPr rtl="0"/>
            <a:r>
              <a:rPr lang="el-GR" dirty="0"/>
              <a:t>Προσθήκη υποσέλιδου</a:t>
            </a:r>
          </a:p>
        </p:txBody>
      </p:sp>
      <p:sp>
        <p:nvSpPr>
          <p:cNvPr id="4" name="Θέση ημερομηνίας 3"/>
          <p:cNvSpPr>
            <a:spLocks noGrp="1"/>
          </p:cNvSpPr>
          <p:nvPr>
            <p:ph type="dt" sz="half" idx="10"/>
          </p:nvPr>
        </p:nvSpPr>
        <p:spPr/>
        <p:txBody>
          <a:bodyPr rtlCol="0"/>
          <a:lstStyle/>
          <a:p>
            <a:pPr rtl="0"/>
            <a:fld id="{311FFCBE-82FE-41AD-969B-289C7CB402C1}" type="datetime1">
              <a:rPr lang="el-GR" smtClean="0"/>
              <a:t>24/3/2026</a:t>
            </a:fld>
            <a:endParaRPr lang="el-GR" dirty="0"/>
          </a:p>
        </p:txBody>
      </p:sp>
      <p:sp>
        <p:nvSpPr>
          <p:cNvPr id="6" name="Θέση αριθμού διαφάνειας 5"/>
          <p:cNvSpPr>
            <a:spLocks noGrp="1"/>
          </p:cNvSpPr>
          <p:nvPr>
            <p:ph type="sldNum" sz="quarter" idx="12"/>
          </p:nvPr>
        </p:nvSpPr>
        <p:spPr/>
        <p:txBody>
          <a:bodyPr rtlCol="0"/>
          <a:lstStyle/>
          <a:p>
            <a:pPr rtl="0"/>
            <a:fld id="{A7F8E3F6-DE14-48B2-B2BC-6FABA9630FB8}" type="slidenum">
              <a:rPr lang="el-GR" smtClean="0"/>
              <a:t>‹#›</a:t>
            </a:fld>
            <a:endParaRPr lang="el-GR" dirty="0"/>
          </a:p>
        </p:txBody>
      </p:sp>
    </p:spTree>
    <p:extLst>
      <p:ext uri="{BB962C8B-B14F-4D97-AF65-F5344CB8AC3E}">
        <p14:creationId xmlns:p14="http://schemas.microsoft.com/office/powerpoint/2010/main" val="1092945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Κατακόρυφος τίτλος και κείμενο">
    <p:spTree>
      <p:nvGrpSpPr>
        <p:cNvPr id="1" name=""/>
        <p:cNvGrpSpPr/>
        <p:nvPr/>
      </p:nvGrpSpPr>
      <p:grpSpPr>
        <a:xfrm>
          <a:off x="0" y="0"/>
          <a:ext cx="0" cy="0"/>
          <a:chOff x="0" y="0"/>
          <a:chExt cx="0" cy="0"/>
        </a:xfrm>
      </p:grpSpPr>
      <p:sp>
        <p:nvSpPr>
          <p:cNvPr id="7" name="Ορθογώνιο 6"/>
          <p:cNvSpPr/>
          <p:nvPr/>
        </p:nvSpPr>
        <p:spPr bwMode="white">
          <a:xfrm rot="5400000">
            <a:off x="7562850" y="2228850"/>
            <a:ext cx="6858000" cy="24003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8" name="Ορθογώνιο 7"/>
          <p:cNvSpPr/>
          <p:nvPr/>
        </p:nvSpPr>
        <p:spPr>
          <a:xfrm rot="5400000">
            <a:off x="6331230" y="3387909"/>
            <a:ext cx="6858000" cy="8218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9" name="Ορθογώνιο 8"/>
          <p:cNvSpPr/>
          <p:nvPr/>
        </p:nvSpPr>
        <p:spPr>
          <a:xfrm rot="5400000">
            <a:off x="6251613" y="3387909"/>
            <a:ext cx="6858000" cy="821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2" name="Κατακόρυφος τίτλος 1"/>
          <p:cNvSpPr>
            <a:spLocks noGrp="1"/>
          </p:cNvSpPr>
          <p:nvPr>
            <p:ph type="title" orient="vert"/>
          </p:nvPr>
        </p:nvSpPr>
        <p:spPr>
          <a:xfrm>
            <a:off x="9871318" y="685800"/>
            <a:ext cx="1033272" cy="5486400"/>
          </a:xfrm>
        </p:spPr>
        <p:txBody>
          <a:bodyPr vert="eaVert" rtlCol="0"/>
          <a:lstStyle/>
          <a:p>
            <a:pPr rtl="0"/>
            <a:r>
              <a:rPr lang="el-GR"/>
              <a:t>Κάντε κλικ για να επεξεργαστείτε τον τίτλο υποδείγματος</a:t>
            </a:r>
            <a:endParaRPr lang="el-GR" dirty="0"/>
          </a:p>
        </p:txBody>
      </p:sp>
      <p:sp>
        <p:nvSpPr>
          <p:cNvPr id="3" name="Σύμβολο κράτησης θέσης κατακόρυφου κειμένου 2"/>
          <p:cNvSpPr>
            <a:spLocks noGrp="1"/>
          </p:cNvSpPr>
          <p:nvPr>
            <p:ph type="body" orient="vert" idx="1"/>
          </p:nvPr>
        </p:nvSpPr>
        <p:spPr>
          <a:xfrm>
            <a:off x="1295400" y="685800"/>
            <a:ext cx="7976754" cy="5486400"/>
          </a:xfrm>
        </p:spPr>
        <p:txBody>
          <a:bodyPr vert="eaVert" rtlCol="0"/>
          <a:lstStyle/>
          <a:p>
            <a:pPr lvl="0" rtl="0"/>
            <a:r>
              <a:rPr lang="el-GR"/>
              <a:t>Στυλ κειμένου υποδείγματος</a:t>
            </a:r>
          </a:p>
          <a:p>
            <a:pPr lvl="1" rtl="0"/>
            <a:r>
              <a:rPr lang="el-GR"/>
              <a:t>Δεύτερο επίπεδο</a:t>
            </a:r>
          </a:p>
          <a:p>
            <a:pPr lvl="2" rtl="0"/>
            <a:r>
              <a:rPr lang="el-GR"/>
              <a:t>Τρίτο επίπεδο</a:t>
            </a:r>
          </a:p>
          <a:p>
            <a:pPr lvl="3" rtl="0"/>
            <a:r>
              <a:rPr lang="el-GR"/>
              <a:t>Τέταρτο επίπεδο</a:t>
            </a:r>
          </a:p>
          <a:p>
            <a:pPr lvl="4" rtl="0"/>
            <a:r>
              <a:rPr lang="el-GR"/>
              <a:t>Πέμπτο επίπεδο</a:t>
            </a:r>
            <a:endParaRPr lang="el-GR" dirty="0"/>
          </a:p>
        </p:txBody>
      </p:sp>
      <p:sp>
        <p:nvSpPr>
          <p:cNvPr id="5" name="Θέση υποσέλιδου 4"/>
          <p:cNvSpPr>
            <a:spLocks noGrp="1"/>
          </p:cNvSpPr>
          <p:nvPr>
            <p:ph type="ftr" sz="quarter" idx="11"/>
          </p:nvPr>
        </p:nvSpPr>
        <p:spPr/>
        <p:txBody>
          <a:bodyPr rtlCol="0"/>
          <a:lstStyle/>
          <a:p>
            <a:pPr rtl="0"/>
            <a:r>
              <a:rPr lang="el-GR" dirty="0"/>
              <a:t>Προσθήκη υποσέλιδου</a:t>
            </a:r>
          </a:p>
        </p:txBody>
      </p:sp>
      <p:sp>
        <p:nvSpPr>
          <p:cNvPr id="4" name="Θέση ημερομηνίας 3"/>
          <p:cNvSpPr>
            <a:spLocks noGrp="1"/>
          </p:cNvSpPr>
          <p:nvPr>
            <p:ph type="dt" sz="half" idx="10"/>
          </p:nvPr>
        </p:nvSpPr>
        <p:spPr/>
        <p:txBody>
          <a:bodyPr rtlCol="0"/>
          <a:lstStyle/>
          <a:p>
            <a:pPr rtl="0"/>
            <a:fld id="{1DF31BEB-E113-48C6-8FD2-B8206092CE97}" type="datetime1">
              <a:rPr lang="el-GR" smtClean="0"/>
              <a:t>24/3/2026</a:t>
            </a:fld>
            <a:endParaRPr lang="el-GR" dirty="0"/>
          </a:p>
        </p:txBody>
      </p:sp>
      <p:sp>
        <p:nvSpPr>
          <p:cNvPr id="6" name="Θέση αριθμού διαφάνειας 5"/>
          <p:cNvSpPr>
            <a:spLocks noGrp="1"/>
          </p:cNvSpPr>
          <p:nvPr>
            <p:ph type="sldNum" sz="quarter" idx="12"/>
          </p:nvPr>
        </p:nvSpPr>
        <p:spPr/>
        <p:txBody>
          <a:bodyPr rtlCol="0"/>
          <a:lstStyle>
            <a:lvl1pPr>
              <a:defRPr>
                <a:solidFill>
                  <a:schemeClr val="bg1"/>
                </a:solidFill>
              </a:defRPr>
            </a:lvl1pPr>
          </a:lstStyle>
          <a:p>
            <a:pPr rtl="0"/>
            <a:fld id="{A7F8E3F6-DE14-48B2-B2BC-6FABA9630FB8}" type="slidenum">
              <a:rPr lang="el-GR" smtClean="0"/>
              <a:pPr/>
              <a:t>‹#›</a:t>
            </a:fld>
            <a:endParaRPr lang="el-GR" dirty="0"/>
          </a:p>
        </p:txBody>
      </p:sp>
    </p:spTree>
    <p:extLst>
      <p:ext uri="{BB962C8B-B14F-4D97-AF65-F5344CB8AC3E}">
        <p14:creationId xmlns:p14="http://schemas.microsoft.com/office/powerpoint/2010/main" val="1804110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Ορθογώνιο 6"/>
          <p:cNvSpPr/>
          <p:nvPr userDrawn="1"/>
        </p:nvSpPr>
        <p:spPr bwMode="white">
          <a:xfrm>
            <a:off x="0" y="0"/>
            <a:ext cx="12192000" cy="137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8" name="Ορθογώνιο 7"/>
          <p:cNvSpPr/>
          <p:nvPr userDrawn="1"/>
        </p:nvSpPr>
        <p:spPr>
          <a:xfrm>
            <a:off x="0" y="1371600"/>
            <a:ext cx="12192000" cy="8218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9" name="Ορθογώνιο 8"/>
          <p:cNvSpPr/>
          <p:nvPr userDrawn="1"/>
        </p:nvSpPr>
        <p:spPr>
          <a:xfrm>
            <a:off x="0" y="1443006"/>
            <a:ext cx="12192000" cy="821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2" name="Θέση τίτλου 1"/>
          <p:cNvSpPr>
            <a:spLocks noGrp="1"/>
          </p:cNvSpPr>
          <p:nvPr>
            <p:ph type="title"/>
          </p:nvPr>
        </p:nvSpPr>
        <p:spPr>
          <a:xfrm>
            <a:off x="1295400" y="255134"/>
            <a:ext cx="9601200" cy="1036850"/>
          </a:xfrm>
          <a:prstGeom prst="rect">
            <a:avLst/>
          </a:prstGeom>
        </p:spPr>
        <p:txBody>
          <a:bodyPr vert="horz" lIns="91440" tIns="45720" rIns="91440" bIns="45720" rtlCol="0" anchor="b">
            <a:normAutofit/>
          </a:bodyPr>
          <a:lstStyle/>
          <a:p>
            <a:pPr rtl="0"/>
            <a:r>
              <a:rPr lang="el-GR" dirty="0"/>
              <a:t>Κάντε κλικ για να επεξεργαστείτε το στυλ τίτλου του υποδείγματος</a:t>
            </a:r>
          </a:p>
        </p:txBody>
      </p:sp>
      <p:sp>
        <p:nvSpPr>
          <p:cNvPr id="3" name="Σύμβολο κράτησης θέσης κειμένου 2"/>
          <p:cNvSpPr>
            <a:spLocks noGrp="1"/>
          </p:cNvSpPr>
          <p:nvPr>
            <p:ph type="body" idx="1"/>
          </p:nvPr>
        </p:nvSpPr>
        <p:spPr>
          <a:xfrm>
            <a:off x="1295400" y="1828800"/>
            <a:ext cx="9601200" cy="4343400"/>
          </a:xfrm>
          <a:prstGeom prst="rect">
            <a:avLst/>
          </a:prstGeom>
        </p:spPr>
        <p:txBody>
          <a:bodyPr vert="horz" lIns="91440" tIns="45720" rIns="91440" bIns="45720" rtlCol="0">
            <a:normAutofit/>
          </a:bodyPr>
          <a:lstStyle/>
          <a:p>
            <a:pPr lvl="0" rtl="0"/>
            <a:r>
              <a:rPr lang="el-GR" dirty="0"/>
              <a:t>Στυλ υποδείγματος κειμένου</a:t>
            </a:r>
          </a:p>
          <a:p>
            <a:pPr lvl="1" rtl="0"/>
            <a:r>
              <a:rPr lang="el-GR" dirty="0"/>
              <a:t>Δεύτερου επιπέδου</a:t>
            </a:r>
          </a:p>
          <a:p>
            <a:pPr lvl="2" rtl="0"/>
            <a:r>
              <a:rPr lang="el-GR" dirty="0"/>
              <a:t>Τρίτου επιπέδου</a:t>
            </a:r>
          </a:p>
          <a:p>
            <a:pPr lvl="3" rtl="0"/>
            <a:r>
              <a:rPr lang="el-GR" dirty="0"/>
              <a:t>Τέταρτου επιπέδου</a:t>
            </a:r>
          </a:p>
          <a:p>
            <a:pPr lvl="4" rtl="0"/>
            <a:r>
              <a:rPr lang="el-GR" dirty="0"/>
              <a:t>Πέμπτου επιπέδου</a:t>
            </a:r>
          </a:p>
        </p:txBody>
      </p:sp>
      <p:sp>
        <p:nvSpPr>
          <p:cNvPr id="5" name="Θέση υποσέλιδου 4"/>
          <p:cNvSpPr>
            <a:spLocks noGrp="1"/>
          </p:cNvSpPr>
          <p:nvPr>
            <p:ph type="ftr" sz="quarter" idx="3"/>
          </p:nvPr>
        </p:nvSpPr>
        <p:spPr>
          <a:xfrm>
            <a:off x="1295399" y="6374999"/>
            <a:ext cx="6243203" cy="274320"/>
          </a:xfrm>
          <a:prstGeom prst="rect">
            <a:avLst/>
          </a:prstGeom>
        </p:spPr>
        <p:txBody>
          <a:bodyPr vert="horz" lIns="91440" tIns="45720" rIns="91440" bIns="45720" rtlCol="0" anchor="ctr"/>
          <a:lstStyle>
            <a:lvl1pPr algn="l">
              <a:defRPr sz="1100">
                <a:solidFill>
                  <a:schemeClr val="tx1"/>
                </a:solidFill>
              </a:defRPr>
            </a:lvl1pPr>
          </a:lstStyle>
          <a:p>
            <a:pPr rtl="0"/>
            <a:r>
              <a:rPr lang="el-GR" dirty="0"/>
              <a:t>Προσθήκη υποσέλιδου</a:t>
            </a:r>
          </a:p>
        </p:txBody>
      </p:sp>
      <p:sp>
        <p:nvSpPr>
          <p:cNvPr id="4" name="Θέση ημερομηνίας 3"/>
          <p:cNvSpPr>
            <a:spLocks noGrp="1"/>
          </p:cNvSpPr>
          <p:nvPr>
            <p:ph type="dt" sz="half" idx="2"/>
          </p:nvPr>
        </p:nvSpPr>
        <p:spPr>
          <a:xfrm>
            <a:off x="7791449" y="6374999"/>
            <a:ext cx="1480705" cy="274320"/>
          </a:xfrm>
          <a:prstGeom prst="rect">
            <a:avLst/>
          </a:prstGeom>
        </p:spPr>
        <p:txBody>
          <a:bodyPr vert="horz" lIns="91440" tIns="45720" rIns="91440" bIns="45720" rtlCol="0" anchor="ctr"/>
          <a:lstStyle>
            <a:lvl1pPr algn="r">
              <a:defRPr sz="1100">
                <a:solidFill>
                  <a:schemeClr val="tx1"/>
                </a:solidFill>
              </a:defRPr>
            </a:lvl1pPr>
          </a:lstStyle>
          <a:p>
            <a:pPr rtl="0"/>
            <a:fld id="{51686E6A-FCF3-4239-B40E-3205FAC7EDF9}" type="datetime1">
              <a:rPr lang="el-GR" smtClean="0"/>
              <a:t>24/3/2026</a:t>
            </a:fld>
            <a:endParaRPr lang="el-GR" dirty="0"/>
          </a:p>
        </p:txBody>
      </p:sp>
      <p:sp>
        <p:nvSpPr>
          <p:cNvPr id="6" name="Θέση αριθμού διαφάνειας 5"/>
          <p:cNvSpPr>
            <a:spLocks noGrp="1"/>
          </p:cNvSpPr>
          <p:nvPr>
            <p:ph type="sldNum" sz="quarter" idx="4"/>
          </p:nvPr>
        </p:nvSpPr>
        <p:spPr>
          <a:xfrm>
            <a:off x="9525000" y="6374999"/>
            <a:ext cx="1371600" cy="274320"/>
          </a:xfrm>
          <a:prstGeom prst="rect">
            <a:avLst/>
          </a:prstGeom>
        </p:spPr>
        <p:txBody>
          <a:bodyPr vert="horz" lIns="91440" tIns="45720" rIns="91440" bIns="45720" rtlCol="0" anchor="ctr"/>
          <a:lstStyle>
            <a:lvl1pPr algn="r">
              <a:defRPr sz="1100">
                <a:solidFill>
                  <a:schemeClr val="tx1"/>
                </a:solidFill>
              </a:defRPr>
            </a:lvl1pPr>
          </a:lstStyle>
          <a:p>
            <a:pPr rtl="0"/>
            <a:fld id="{A7F8E3F6-DE14-48B2-B2BC-6FABA9630FB8}" type="slidenum">
              <a:rPr lang="el-GR" smtClean="0"/>
              <a:pPr/>
              <a:t>‹#›</a:t>
            </a:fld>
            <a:endParaRPr lang="el-GR" dirty="0"/>
          </a:p>
        </p:txBody>
      </p:sp>
    </p:spTree>
    <p:extLst>
      <p:ext uri="{BB962C8B-B14F-4D97-AF65-F5344CB8AC3E}">
        <p14:creationId xmlns:p14="http://schemas.microsoft.com/office/powerpoint/2010/main" val="259473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61"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74320" indent="-274320" algn="l" defTabSz="914400" rtl="0" eaLnBrk="1" latinLnBrk="0" hangingPunct="1">
        <a:lnSpc>
          <a:spcPct val="90000"/>
        </a:lnSpc>
        <a:spcBef>
          <a:spcPts val="1800"/>
        </a:spcBef>
        <a:buFont typeface="Arial" panose="020B0604020202020204" pitchFamily="34" charset="0"/>
        <a:buChar char="•"/>
        <a:defRPr sz="2400" kern="1200">
          <a:solidFill>
            <a:schemeClr val="tx1"/>
          </a:solidFill>
          <a:latin typeface="+mn-lt"/>
          <a:ea typeface="+mn-ea"/>
          <a:cs typeface="+mn-cs"/>
        </a:defRPr>
      </a:lvl1pPr>
      <a:lvl2pPr marL="54864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2pPr>
      <a:lvl3pPr marL="822960" indent="-228600" algn="l" defTabSz="914400" rtl="0" eaLnBrk="1" latinLnBrk="0" hangingPunct="1">
        <a:lnSpc>
          <a:spcPct val="90000"/>
        </a:lnSpc>
        <a:spcBef>
          <a:spcPts val="800"/>
        </a:spcBef>
        <a:buFont typeface="Arial" panose="020B0604020202020204" pitchFamily="34" charset="0"/>
        <a:buChar char="•"/>
        <a:defRPr sz="1800" kern="1200">
          <a:solidFill>
            <a:schemeClr val="tx1"/>
          </a:solidFill>
          <a:latin typeface="+mn-lt"/>
          <a:ea typeface="+mn-ea"/>
          <a:cs typeface="+mn-cs"/>
        </a:defRPr>
      </a:lvl3pPr>
      <a:lvl4pPr marL="10972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ctrTitle"/>
          </p:nvPr>
        </p:nvSpPr>
        <p:spPr/>
        <p:txBody>
          <a:bodyPr rtlCol="0"/>
          <a:lstStyle/>
          <a:p>
            <a:pPr rtl="0"/>
            <a:r>
              <a:rPr lang="en-US" dirty="0"/>
              <a:t>Business Insights</a:t>
            </a:r>
            <a:endParaRPr lang="el-GR" dirty="0"/>
          </a:p>
        </p:txBody>
      </p:sp>
      <p:pic>
        <p:nvPicPr>
          <p:cNvPr id="5" name="Θέση εικόνας 4" descr="Οδός πόλης με θόλωμα κίνησης"/>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t="14" b="14"/>
          <a:stretch>
            <a:fillRect/>
          </a:stretch>
        </p:blipFill>
        <p:spPr/>
      </p:pic>
      <p:sp>
        <p:nvSpPr>
          <p:cNvPr id="3" name="Υπότιτλος 2"/>
          <p:cNvSpPr>
            <a:spLocks noGrp="1"/>
          </p:cNvSpPr>
          <p:nvPr>
            <p:ph type="subTitle" idx="1"/>
          </p:nvPr>
        </p:nvSpPr>
        <p:spPr/>
        <p:txBody>
          <a:bodyPr rtlCol="0"/>
          <a:lstStyle/>
          <a:p>
            <a:pPr rtl="0"/>
            <a:r>
              <a:rPr lang="en-US" dirty="0"/>
              <a:t>Credit Risk Analysis</a:t>
            </a:r>
          </a:p>
        </p:txBody>
      </p:sp>
    </p:spTree>
    <p:extLst>
      <p:ext uri="{BB962C8B-B14F-4D97-AF65-F5344CB8AC3E}">
        <p14:creationId xmlns:p14="http://schemas.microsoft.com/office/powerpoint/2010/main" val="138059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normAutofit/>
          </a:bodyPr>
          <a:lstStyle/>
          <a:p>
            <a:pPr algn="ctr" rtl="0"/>
            <a:r>
              <a:rPr lang="el-GR" dirty="0"/>
              <a:t>Συμπεράσματα έπειτα ανάλυσης</a:t>
            </a:r>
          </a:p>
        </p:txBody>
      </p:sp>
      <p:sp>
        <p:nvSpPr>
          <p:cNvPr id="3" name="Θέση περιεχομένου 2"/>
          <p:cNvSpPr>
            <a:spLocks noGrp="1"/>
          </p:cNvSpPr>
          <p:nvPr>
            <p:ph idx="1"/>
          </p:nvPr>
        </p:nvSpPr>
        <p:spPr/>
        <p:txBody>
          <a:bodyPr rtlCol="0"/>
          <a:lstStyle/>
          <a:p>
            <a:r>
              <a:rPr lang="el-GR" dirty="0"/>
              <a:t> Ο Δείκτης Χρέους προς Εισόδημα (DTI) ως ο Απόλυτος Δείκτης Κινδύνου</a:t>
            </a:r>
          </a:p>
          <a:p>
            <a:r>
              <a:rPr lang="el-GR" dirty="0"/>
              <a:t>Η "Παγίδα" των Υψηλών Επιτοκίων στις Χαμηλές Κατηγορίες (Grades D-G)</a:t>
            </a:r>
          </a:p>
          <a:p>
            <a:r>
              <a:rPr lang="el-GR" dirty="0"/>
              <a:t>Η Ηλικία δεν Παίζει Ρόλο – Η Ανάγκη για Data-Driven Εγκρίσεις</a:t>
            </a:r>
          </a:p>
        </p:txBody>
      </p:sp>
    </p:spTree>
    <p:extLst>
      <p:ext uri="{BB962C8B-B14F-4D97-AF65-F5344CB8AC3E}">
        <p14:creationId xmlns:p14="http://schemas.microsoft.com/office/powerpoint/2010/main" val="363987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lstStyle/>
          <a:p>
            <a:pPr algn="ctr"/>
            <a:r>
              <a:rPr lang="el-GR" dirty="0"/>
              <a:t> Ο Δείκτης Χρέους προς Εισόδημα (DTI) ως ο Απόλυτος Δείκτης Κινδύνου</a:t>
            </a:r>
          </a:p>
        </p:txBody>
      </p:sp>
      <p:sp>
        <p:nvSpPr>
          <p:cNvPr id="4" name="TextBox 3">
            <a:extLst>
              <a:ext uri="{FF2B5EF4-FFF2-40B4-BE49-F238E27FC236}">
                <a16:creationId xmlns:a16="http://schemas.microsoft.com/office/drawing/2014/main" id="{C8521E24-EB39-4CB4-8B1E-A3E65422ECC1}"/>
              </a:ext>
            </a:extLst>
          </p:cNvPr>
          <p:cNvSpPr txBox="1"/>
          <p:nvPr/>
        </p:nvSpPr>
        <p:spPr>
          <a:xfrm>
            <a:off x="1402976" y="2617694"/>
            <a:ext cx="9386047" cy="1754326"/>
          </a:xfrm>
          <a:prstGeom prst="rect">
            <a:avLst/>
          </a:prstGeom>
          <a:noFill/>
        </p:spPr>
        <p:txBody>
          <a:bodyPr wrap="square" rtlCol="0">
            <a:spAutoFit/>
          </a:bodyPr>
          <a:lstStyle/>
          <a:p>
            <a:r>
              <a:rPr lang="el-GR" dirty="0"/>
              <a:t>Η ανάλυση δεδομένων και το μοντέλο Λογιστικής Παλινδρόμησης επιβεβαίωσαν ότι ο δείκτης DTI και το ιστορικό προηγούμενης αθέτησης είναι οι ισχυρότεροι προγνωστικοί δείκτες πιστωτικού κινδύνου. Αιτούντες με DTI άνω του 35-40% παρουσιάζουν δυσανάλογα υψηλή πιθανότητα αθέτησης. Αυτό υποδεικνύει ότι οι εγκρίσεις δανείων πρέπει να περιορίζονται αυστηρά σε αυτό το όριο, προκειμένου να ελαχιστοποιηθεί η δυνητική ζημία των $68.38M της τράπεζας.</a:t>
            </a:r>
          </a:p>
        </p:txBody>
      </p:sp>
    </p:spTree>
    <p:extLst>
      <p:ext uri="{BB962C8B-B14F-4D97-AF65-F5344CB8AC3E}">
        <p14:creationId xmlns:p14="http://schemas.microsoft.com/office/powerpoint/2010/main" val="306172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45034-ACC5-91A4-965F-9019703760A3}"/>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E6F0BA1-8139-5974-6544-FDE2A27A4088}"/>
              </a:ext>
            </a:extLst>
          </p:cNvPr>
          <p:cNvSpPr>
            <a:spLocks noGrp="1"/>
          </p:cNvSpPr>
          <p:nvPr>
            <p:ph type="title"/>
          </p:nvPr>
        </p:nvSpPr>
        <p:spPr/>
        <p:txBody>
          <a:bodyPr rtlCol="0"/>
          <a:lstStyle/>
          <a:p>
            <a:pPr algn="ctr"/>
            <a:r>
              <a:rPr lang="el-GR" dirty="0"/>
              <a:t>Η "Παγίδα" των Υψηλών Επιτοκίων στις Χαμηλές Κατηγορίες (Grades D-G)</a:t>
            </a:r>
          </a:p>
        </p:txBody>
      </p:sp>
      <p:sp>
        <p:nvSpPr>
          <p:cNvPr id="3" name="TextBox 2">
            <a:extLst>
              <a:ext uri="{FF2B5EF4-FFF2-40B4-BE49-F238E27FC236}">
                <a16:creationId xmlns:a16="http://schemas.microsoft.com/office/drawing/2014/main" id="{51F327CE-E95B-8D0D-2EA5-037E160825A8}"/>
              </a:ext>
            </a:extLst>
          </p:cNvPr>
          <p:cNvSpPr txBox="1"/>
          <p:nvPr/>
        </p:nvSpPr>
        <p:spPr>
          <a:xfrm>
            <a:off x="1837765" y="2626659"/>
            <a:ext cx="8301317" cy="1754326"/>
          </a:xfrm>
          <a:prstGeom prst="rect">
            <a:avLst/>
          </a:prstGeom>
          <a:noFill/>
        </p:spPr>
        <p:txBody>
          <a:bodyPr wrap="square" rtlCol="0">
            <a:spAutoFit/>
          </a:bodyPr>
          <a:lstStyle/>
          <a:p>
            <a:r>
              <a:rPr lang="el-GR" dirty="0"/>
              <a:t>Ενώ τα δάνεια χαμηλότερης πιστοληπτικής διαβάθμισης (Grades D-G) φέρουν σημαντικά υψηλότερα επιτόκια, προσφέροντας θεωρητικά υψηλότερα περιθώρια κέρδους, ταυτόχρονα πυροδοτούν μια εκθετική αύξηση στα ποσοστά αθέτησης. Η τράπεζα πρέπει να εξισορροπήσει το δίπολο "Ρίσκο-Απόδοση", απαιτώντας ισχυρότερες εξασφαλίσεις ή εγγυητές για αυτά τα τμήματα υψηλής απόδοσης αλλά και υψηλού κινδύνου.</a:t>
            </a:r>
          </a:p>
        </p:txBody>
      </p:sp>
    </p:spTree>
    <p:extLst>
      <p:ext uri="{BB962C8B-B14F-4D97-AF65-F5344CB8AC3E}">
        <p14:creationId xmlns:p14="http://schemas.microsoft.com/office/powerpoint/2010/main" val="126241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961A7-2CDF-A16B-EAC6-CED64D5A2633}"/>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B640141-BBAC-0257-2335-F1ABDB07B2C0}"/>
              </a:ext>
            </a:extLst>
          </p:cNvPr>
          <p:cNvSpPr>
            <a:spLocks noGrp="1"/>
          </p:cNvSpPr>
          <p:nvPr>
            <p:ph type="title"/>
          </p:nvPr>
        </p:nvSpPr>
        <p:spPr/>
        <p:txBody>
          <a:bodyPr rtlCol="0"/>
          <a:lstStyle/>
          <a:p>
            <a:pPr algn="ctr"/>
            <a:r>
              <a:rPr lang="el-GR" dirty="0"/>
              <a:t> Η Ηλικία δεν Παίζει Ρόλο – Η Ανάγκη για Data-Driven Εγκρίσεις</a:t>
            </a:r>
          </a:p>
        </p:txBody>
      </p:sp>
      <p:sp>
        <p:nvSpPr>
          <p:cNvPr id="3" name="TextBox 2">
            <a:extLst>
              <a:ext uri="{FF2B5EF4-FFF2-40B4-BE49-F238E27FC236}">
                <a16:creationId xmlns:a16="http://schemas.microsoft.com/office/drawing/2014/main" id="{59F1DB4A-9894-3496-57A3-22F764699ADF}"/>
              </a:ext>
            </a:extLst>
          </p:cNvPr>
          <p:cNvSpPr txBox="1"/>
          <p:nvPr/>
        </p:nvSpPr>
        <p:spPr>
          <a:xfrm>
            <a:off x="1810872" y="2581835"/>
            <a:ext cx="8077200" cy="2031325"/>
          </a:xfrm>
          <a:prstGeom prst="rect">
            <a:avLst/>
          </a:prstGeom>
          <a:noFill/>
        </p:spPr>
        <p:txBody>
          <a:bodyPr wrap="square" rtlCol="0">
            <a:spAutoFit/>
          </a:bodyPr>
          <a:lstStyle/>
          <a:p>
            <a:r>
              <a:rPr lang="el-GR" dirty="0"/>
              <a:t>Ένα κρίσιμο εύρημα από το προγνωστικό μας μοντέλο είναι ότι η ηλικία του αιτούντος είναι στατιστικά ασήμαντη (p-</a:t>
            </a:r>
            <a:r>
              <a:rPr lang="el-GR" dirty="0" err="1"/>
              <a:t>value</a:t>
            </a:r>
            <a:r>
              <a:rPr lang="el-GR" dirty="0"/>
              <a:t>: 0.991) ως προς την πιθανότητα αθέτησης πληρωμών. Με την ενσωμάτωση του </a:t>
            </a:r>
            <a:r>
              <a:rPr lang="el-GR"/>
              <a:t>προσομοιωτή Λογιστικής </a:t>
            </a:r>
            <a:r>
              <a:rPr lang="el-GR" dirty="0"/>
              <a:t>Παλινδρόμησης, ο οποίος επιτυγχάνει ισχυρή διαχωριστική ικανότητα (AUC 0.78), η τράπεζα μπορεί να εξαλείψει την ανθρώπινη προκατάληψη και να μεταβεί σε ένα 100% αυτοματοποιημένο, Data-Driven σύστημα έγκρισης δανείων.</a:t>
            </a:r>
          </a:p>
        </p:txBody>
      </p:sp>
    </p:spTree>
    <p:extLst>
      <p:ext uri="{BB962C8B-B14F-4D97-AF65-F5344CB8AC3E}">
        <p14:creationId xmlns:p14="http://schemas.microsoft.com/office/powerpoint/2010/main" val="294395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Κατεύθυνση πωλήσεων 16X9">
  <a:themeElements>
    <a:clrScheme name="SalesDirection">
      <a:dk1>
        <a:srgbClr val="595959"/>
      </a:dk1>
      <a:lt1>
        <a:sysClr val="window" lastClr="FFFFFF"/>
      </a:lt1>
      <a:dk2>
        <a:srgbClr val="000000"/>
      </a:dk2>
      <a:lt2>
        <a:srgbClr val="F2F2F2"/>
      </a:lt2>
      <a:accent1>
        <a:srgbClr val="1EB8C1"/>
      </a:accent1>
      <a:accent2>
        <a:srgbClr val="EF7920"/>
      </a:accent2>
      <a:accent3>
        <a:srgbClr val="EFC119"/>
      </a:accent3>
      <a:accent4>
        <a:srgbClr val="969890"/>
      </a:accent4>
      <a:accent5>
        <a:srgbClr val="50B4F2"/>
      </a:accent5>
      <a:accent6>
        <a:srgbClr val="C05A3A"/>
      </a:accent6>
      <a:hlink>
        <a:srgbClr val="EFC119"/>
      </a:hlink>
      <a:folHlink>
        <a:srgbClr val="969890"/>
      </a:folHlink>
    </a:clrScheme>
    <a:fontScheme name="Book Antiqua">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177_TF03431374" id="{97F231E6-F2FC-4F80-9F3F-2DEA5CCE00A3}" vid="{66C74FA6-D0CD-4EF2-B243-26A07E5BDE0B}"/>
    </a:ext>
  </a:extLst>
</a:theme>
</file>

<file path=ppt/theme/theme2.xml><?xml version="1.0" encoding="utf-8"?>
<a:theme xmlns:a="http://schemas.openxmlformats.org/drawingml/2006/main" name="Θέμα του Office">
  <a:themeElements>
    <a:clrScheme name="SalesDirection">
      <a:dk1>
        <a:srgbClr val="595959"/>
      </a:dk1>
      <a:lt1>
        <a:sysClr val="window" lastClr="FFFFFF"/>
      </a:lt1>
      <a:dk2>
        <a:srgbClr val="000000"/>
      </a:dk2>
      <a:lt2>
        <a:srgbClr val="F2F2F2"/>
      </a:lt2>
      <a:accent1>
        <a:srgbClr val="1EB8C1"/>
      </a:accent1>
      <a:accent2>
        <a:srgbClr val="EF7920"/>
      </a:accent2>
      <a:accent3>
        <a:srgbClr val="EFC119"/>
      </a:accent3>
      <a:accent4>
        <a:srgbClr val="969890"/>
      </a:accent4>
      <a:accent5>
        <a:srgbClr val="50B4F2"/>
      </a:accent5>
      <a:accent6>
        <a:srgbClr val="C05A3A"/>
      </a:accent6>
      <a:hlink>
        <a:srgbClr val="EFC119"/>
      </a:hlink>
      <a:folHlink>
        <a:srgbClr val="969890"/>
      </a:folHlink>
    </a:clrScheme>
    <a:fontScheme name="Book Antiqua">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SalesDirection">
      <a:dk1>
        <a:srgbClr val="595959"/>
      </a:dk1>
      <a:lt1>
        <a:sysClr val="window" lastClr="FFFFFF"/>
      </a:lt1>
      <a:dk2>
        <a:srgbClr val="000000"/>
      </a:dk2>
      <a:lt2>
        <a:srgbClr val="F2F2F2"/>
      </a:lt2>
      <a:accent1>
        <a:srgbClr val="1EB8C1"/>
      </a:accent1>
      <a:accent2>
        <a:srgbClr val="EF7920"/>
      </a:accent2>
      <a:accent3>
        <a:srgbClr val="EFC119"/>
      </a:accent3>
      <a:accent4>
        <a:srgbClr val="969890"/>
      </a:accent4>
      <a:accent5>
        <a:srgbClr val="50B4F2"/>
      </a:accent5>
      <a:accent6>
        <a:srgbClr val="C05A3A"/>
      </a:accent6>
      <a:hlink>
        <a:srgbClr val="EFC119"/>
      </a:hlink>
      <a:folHlink>
        <a:srgbClr val="969890"/>
      </a:folHlink>
    </a:clrScheme>
    <a:fontScheme name="Book Antiqua">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Παρουσίαση επιχειρηματικής κατεύθυνσης (ευρεία οθόνη)</Template>
  <TotalTime>52</TotalTime>
  <Words>322</Words>
  <Application>Microsoft Office PowerPoint</Application>
  <PresentationFormat>Ευρεία οθόνη</PresentationFormat>
  <Paragraphs>18</Paragraphs>
  <Slides>5</Slides>
  <Notes>5</Notes>
  <HiddenSlides>0</HiddenSlides>
  <MMClips>0</MMClips>
  <ScaleCrop>false</ScaleCrop>
  <HeadingPairs>
    <vt:vector size="6" baseType="variant">
      <vt:variant>
        <vt:lpstr>Γραμματοσειρές που χρησιμοποιούνται</vt:lpstr>
      </vt:variant>
      <vt:variant>
        <vt:i4>2</vt:i4>
      </vt:variant>
      <vt:variant>
        <vt:lpstr>Θέμα</vt:lpstr>
      </vt:variant>
      <vt:variant>
        <vt:i4>1</vt:i4>
      </vt:variant>
      <vt:variant>
        <vt:lpstr>Τίτλοι διαφανειών</vt:lpstr>
      </vt:variant>
      <vt:variant>
        <vt:i4>5</vt:i4>
      </vt:variant>
    </vt:vector>
  </HeadingPairs>
  <TitlesOfParts>
    <vt:vector size="8" baseType="lpstr">
      <vt:lpstr>Arial</vt:lpstr>
      <vt:lpstr>Book Antiqua</vt:lpstr>
      <vt:lpstr>Κατεύθυνση πωλήσεων 16X9</vt:lpstr>
      <vt:lpstr>Business Insights</vt:lpstr>
      <vt:lpstr>Συμπεράσματα έπειτα ανάλυσης</vt:lpstr>
      <vt:lpstr> Ο Δείκτης Χρέους προς Εισόδημα (DTI) ως ο Απόλυτος Δείκτης Κινδύνου</vt:lpstr>
      <vt:lpstr>Η "Παγίδα" των Υψηλών Επιτοκίων στις Χαμηλές Κατηγορίες (Grades D-G)</vt:lpstr>
      <vt:lpstr> Η Ηλικία δεν Παίζει Ρόλο – Η Ανάγκη για Data-Driven Εγκρίσεις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RedShadowSG3 Argy</dc:creator>
  <cp:lastModifiedBy>RedShadowSG3 Argy</cp:lastModifiedBy>
  <cp:revision>2</cp:revision>
  <dcterms:created xsi:type="dcterms:W3CDTF">2026-03-24T17:27:15Z</dcterms:created>
  <dcterms:modified xsi:type="dcterms:W3CDTF">2026-03-24T18:21:46Z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